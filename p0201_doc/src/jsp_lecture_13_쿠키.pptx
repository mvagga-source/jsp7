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81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13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쿠키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13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쿠키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쿠키란</a:t>
            </a:r>
            <a:r>
              <a:rPr lang="en-US" altLang="ko-KR" sz="1600" b="1" dirty="0">
                <a:latin typeface="+mn-ea"/>
              </a:rPr>
              <a:t>?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웹브라우저에서</a:t>
            </a:r>
            <a:r>
              <a:rPr lang="ko-KR" altLang="en-US" sz="1100" dirty="0" smtClean="0">
                <a:latin typeface="+mn-ea"/>
              </a:rPr>
              <a:t> 서버로 어떤 데이터를 요청 하면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서버측에서는</a:t>
            </a:r>
            <a:r>
              <a:rPr lang="ko-KR" altLang="en-US" sz="1100" dirty="0" smtClean="0">
                <a:latin typeface="+mn-ea"/>
              </a:rPr>
              <a:t> 알맞은 </a:t>
            </a:r>
            <a:r>
              <a:rPr lang="ko-KR" altLang="en-US" sz="1100" dirty="0" err="1" smtClean="0">
                <a:latin typeface="+mn-ea"/>
              </a:rPr>
              <a:t>로직을</a:t>
            </a:r>
            <a:r>
              <a:rPr lang="ko-KR" altLang="en-US" sz="1100" dirty="0" smtClean="0">
                <a:latin typeface="+mn-ea"/>
              </a:rPr>
              <a:t> 수행한 후 데이터를 </a:t>
            </a:r>
            <a:r>
              <a:rPr lang="ko-KR" altLang="en-US" sz="1100" dirty="0" err="1" smtClean="0">
                <a:latin typeface="+mn-ea"/>
              </a:rPr>
              <a:t>웹브라우저에</a:t>
            </a:r>
            <a:r>
              <a:rPr lang="ko-KR" altLang="en-US" sz="1100" dirty="0" smtClean="0">
                <a:latin typeface="+mn-ea"/>
              </a:rPr>
              <a:t> 응답 합니다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그리고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서버는 </a:t>
            </a:r>
            <a:r>
              <a:rPr lang="ko-KR" altLang="en-US" sz="1100" dirty="0" err="1" smtClean="0">
                <a:latin typeface="+mn-ea"/>
              </a:rPr>
              <a:t>웹브라우저와의</a:t>
            </a:r>
            <a:r>
              <a:rPr lang="ko-KR" altLang="en-US" sz="1100" dirty="0" smtClean="0">
                <a:latin typeface="+mn-ea"/>
              </a:rPr>
              <a:t> 관계를 종료합니다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이렇게</a:t>
            </a:r>
            <a:r>
              <a:rPr lang="en-US" altLang="ko-KR" sz="1100" dirty="0" smtClean="0">
                <a:latin typeface="+mn-ea"/>
              </a:rPr>
              <a:t>,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웹브라우저에</a:t>
            </a:r>
            <a:r>
              <a:rPr lang="ko-KR" altLang="en-US" sz="1100" dirty="0" smtClean="0">
                <a:latin typeface="+mn-ea"/>
              </a:rPr>
              <a:t> 응답 후 관계를 끊는 것은 </a:t>
            </a:r>
            <a:r>
              <a:rPr lang="en-US" altLang="ko-KR" sz="1100" dirty="0" smtClean="0">
                <a:latin typeface="+mn-ea"/>
              </a:rPr>
              <a:t>http</a:t>
            </a:r>
            <a:r>
              <a:rPr lang="ko-KR" altLang="en-US" sz="1100" dirty="0" smtClean="0">
                <a:latin typeface="+mn-ea"/>
              </a:rPr>
              <a:t>프로토콜의 특징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연결이 끊겼을 때 어떤 정보를 지속적으로 유지하기 위한 수단으로 쿠키라는 방식을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쿠키는 서버에서 생성하여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서버가 아닌 </a:t>
            </a:r>
            <a:r>
              <a:rPr lang="ko-KR" altLang="en-US" sz="1100" dirty="0" err="1" smtClean="0">
                <a:latin typeface="+mn-ea"/>
              </a:rPr>
              <a:t>클라이언트측에</a:t>
            </a:r>
            <a:r>
              <a:rPr lang="ko-KR" altLang="en-US" sz="1100" dirty="0" smtClean="0">
                <a:latin typeface="+mn-ea"/>
              </a:rPr>
              <a:t> 특정 정보를 저장 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그리고 서버에 요청 할 때 마다 쿠키의 속성값을 참조 또는 변경 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쿠키는 </a:t>
            </a:r>
            <a:r>
              <a:rPr lang="en-US" altLang="ko-KR" sz="1100" dirty="0" smtClean="0">
                <a:latin typeface="+mn-ea"/>
              </a:rPr>
              <a:t>4kb</a:t>
            </a:r>
            <a:r>
              <a:rPr lang="ko-KR" altLang="en-US" sz="1100" dirty="0" smtClean="0">
                <a:latin typeface="+mn-ea"/>
              </a:rPr>
              <a:t>로 용량이 제한적이며</a:t>
            </a:r>
            <a:r>
              <a:rPr lang="en-US" altLang="ko-KR" sz="1100" dirty="0" smtClean="0">
                <a:latin typeface="+mn-ea"/>
              </a:rPr>
              <a:t>, 300</a:t>
            </a:r>
            <a:r>
              <a:rPr lang="ko-KR" altLang="en-US" sz="1100" dirty="0" smtClean="0">
                <a:latin typeface="+mn-ea"/>
              </a:rPr>
              <a:t>개까지 데이터 정보를 가질 수 있습니다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008" y="3203221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쿠키 문법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77008" y="3550848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7008" y="3559922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쿠키는 서버에서 생성되고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클라이언트측에</a:t>
            </a:r>
            <a:r>
              <a:rPr lang="ko-KR" altLang="en-US" sz="1100" dirty="0" smtClean="0">
                <a:latin typeface="+mn-ea"/>
              </a:rPr>
              <a:t> 전송되어 저장된다고 하였습니다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쿠키 생성 방법 및 관련 </a:t>
            </a:r>
            <a:r>
              <a:rPr lang="ko-KR" altLang="en-US" sz="1100" dirty="0" err="1" smtClean="0">
                <a:latin typeface="+mn-ea"/>
              </a:rPr>
              <a:t>메소드들을</a:t>
            </a:r>
            <a:r>
              <a:rPr lang="ko-KR" altLang="en-US" sz="1100" dirty="0" smtClean="0">
                <a:latin typeface="+mn-ea"/>
              </a:rPr>
              <a:t> 살펴 봅니다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57253" y="5155681"/>
            <a:ext cx="19754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쿠키 클래스를 이용 합니다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73746" y="4467773"/>
            <a:ext cx="1542473" cy="572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쿠키 생성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585855" y="4467773"/>
            <a:ext cx="1542473" cy="572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속성 설정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797964" y="4467773"/>
            <a:ext cx="3214254" cy="572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response</a:t>
            </a:r>
            <a:r>
              <a:rPr lang="ko-KR" altLang="en-US" dirty="0" smtClean="0"/>
              <a:t>객체에 쿠키 탑재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4" idx="3"/>
            <a:endCxn id="16" idx="1"/>
          </p:cNvCxnSpPr>
          <p:nvPr/>
        </p:nvCxnSpPr>
        <p:spPr>
          <a:xfrm>
            <a:off x="3916219" y="4754101"/>
            <a:ext cx="669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6128328" y="4765333"/>
            <a:ext cx="669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69362" y="5155681"/>
            <a:ext cx="19754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setter</a:t>
            </a:r>
            <a:r>
              <a:rPr lang="ko-KR" altLang="en-US" sz="1100" dirty="0" smtClean="0">
                <a:latin typeface="+mn-ea"/>
              </a:rPr>
              <a:t>를 이용 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38108" y="5155681"/>
            <a:ext cx="274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 smtClean="0">
                <a:latin typeface="+mn-ea"/>
              </a:rPr>
              <a:t>response.addCookie</a:t>
            </a:r>
            <a:r>
              <a:rPr lang="en-US" altLang="ko-KR" sz="1100" dirty="0" smtClean="0">
                <a:latin typeface="+mn-ea"/>
              </a:rPr>
              <a:t>()</a:t>
            </a:r>
            <a:r>
              <a:rPr lang="ko-KR" altLang="en-US" sz="1100" dirty="0" smtClean="0">
                <a:latin typeface="+mn-ea"/>
              </a:rPr>
              <a:t>를 이용 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쿠키 </a:t>
            </a:r>
            <a:r>
              <a:rPr lang="ko-KR" altLang="en-US" sz="1600" b="1" dirty="0" smtClean="0">
                <a:latin typeface="+mn-ea"/>
              </a:rPr>
              <a:t>문법 </a:t>
            </a:r>
            <a:r>
              <a:rPr lang="en-US" altLang="ko-KR" sz="1600" b="1" dirty="0" smtClean="0">
                <a:latin typeface="+mn-ea"/>
              </a:rPr>
              <a:t>– </a:t>
            </a:r>
            <a:r>
              <a:rPr lang="ko-KR" altLang="en-US" sz="1600" b="1" dirty="0" smtClean="0">
                <a:latin typeface="+mn-ea"/>
              </a:rPr>
              <a:t>예제 </a:t>
            </a:r>
            <a:r>
              <a:rPr lang="en-US" altLang="ko-KR" sz="1600" b="1" dirty="0" smtClean="0">
                <a:latin typeface="+mn-ea"/>
              </a:rPr>
              <a:t>: </a:t>
            </a:r>
            <a:r>
              <a:rPr lang="ko-KR" altLang="en-US" sz="1600" b="1" smtClean="0">
                <a:latin typeface="+mn-ea"/>
              </a:rPr>
              <a:t>쿠키생성</a:t>
            </a:r>
            <a:endParaRPr lang="ko-KR" altLang="en-US" sz="1600" b="1" dirty="0">
              <a:latin typeface="+mn-ea"/>
            </a:endParaRPr>
          </a:p>
          <a:p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7008" y="134257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쿠키 관련 </a:t>
            </a:r>
            <a:r>
              <a:rPr lang="ko-KR" altLang="en-US" sz="1100" dirty="0" err="1" smtClean="0">
                <a:latin typeface="+mn-ea"/>
              </a:rPr>
              <a:t>메소드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30798" y="157241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0798" y="1577583"/>
            <a:ext cx="1008960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setMaxAge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 유효기간을 설정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>
                <a:latin typeface="+mn-ea"/>
              </a:rPr>
              <a:t>s</a:t>
            </a:r>
            <a:r>
              <a:rPr lang="en-US" altLang="ko-KR" sz="1100" dirty="0" err="1" smtClean="0">
                <a:latin typeface="+mn-ea"/>
              </a:rPr>
              <a:t>etpath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쿠키사용의 유효 </a:t>
            </a:r>
            <a:r>
              <a:rPr lang="ko-KR" altLang="en-US" sz="1100" dirty="0" err="1">
                <a:latin typeface="+mn-ea"/>
              </a:rPr>
              <a:t>디</a:t>
            </a:r>
            <a:r>
              <a:rPr lang="ko-KR" altLang="en-US" sz="1100" dirty="0" err="1" smtClean="0">
                <a:latin typeface="+mn-ea"/>
              </a:rPr>
              <a:t>렉토리를</a:t>
            </a:r>
            <a:r>
              <a:rPr lang="ko-KR" altLang="en-US" sz="1100" dirty="0" smtClean="0">
                <a:latin typeface="+mn-ea"/>
              </a:rPr>
              <a:t> 설정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setValue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쿠키의 값을 설정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setVersion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 버전을 설정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err="1" smtClean="0">
                <a:latin typeface="+mn-ea"/>
              </a:rPr>
              <a:t>getMaxAge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 유효기간 정보를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getName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 이름을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getPath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쿠키사용의 유효 </a:t>
            </a:r>
            <a:r>
              <a:rPr lang="ko-KR" altLang="en-US" sz="1100" dirty="0" err="1" smtClean="0">
                <a:latin typeface="+mn-ea"/>
              </a:rPr>
              <a:t>디렉토리</a:t>
            </a:r>
            <a:r>
              <a:rPr lang="ko-KR" altLang="en-US" sz="1100" dirty="0" smtClean="0">
                <a:latin typeface="+mn-ea"/>
              </a:rPr>
              <a:t> 정보를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getValue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쿠키의 값을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getVersion</a:t>
            </a:r>
            <a:r>
              <a:rPr lang="en-US" altLang="ko-KR" sz="1100" dirty="0" smtClean="0">
                <a:latin typeface="+mn-ea"/>
              </a:rPr>
              <a:t>() : </a:t>
            </a:r>
            <a:r>
              <a:rPr lang="ko-KR" altLang="en-US" sz="1100" dirty="0" smtClean="0">
                <a:latin typeface="+mn-ea"/>
              </a:rPr>
              <a:t>쿠키 버전을 얻습니다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225075" y="2579883"/>
            <a:ext cx="5862026" cy="28007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// </a:t>
            </a:r>
            <a:r>
              <a:rPr lang="ko-KR" altLang="en-US" sz="1600" dirty="0" err="1"/>
              <a:t>쿠키생성</a:t>
            </a:r>
            <a:endParaRPr lang="ko-KR" altLang="en-US" sz="1600" dirty="0"/>
          </a:p>
          <a:p>
            <a:r>
              <a:rPr lang="en-US" altLang="ko-KR" sz="1600" dirty="0"/>
              <a:t>Cookie </a:t>
            </a:r>
            <a:r>
              <a:rPr lang="en-US" altLang="ko-KR" sz="1600" dirty="0" err="1"/>
              <a:t>cookie</a:t>
            </a:r>
            <a:r>
              <a:rPr lang="en-US" altLang="ko-KR" sz="1600" dirty="0"/>
              <a:t> = new Cookie("name", "</a:t>
            </a:r>
            <a:r>
              <a:rPr lang="en-US" altLang="ko-KR" sz="1600" dirty="0" err="1"/>
              <a:t>CookieValue</a:t>
            </a:r>
            <a:r>
              <a:rPr lang="en-US" altLang="ko-KR" sz="1600" dirty="0"/>
              <a:t>");</a:t>
            </a:r>
          </a:p>
          <a:p>
            <a:r>
              <a:rPr lang="en-US" altLang="ko-KR" sz="1600" dirty="0"/>
              <a:t>Cookie cookie2 = new Cookie("name2", "CookieValue2");</a:t>
            </a:r>
          </a:p>
          <a:p>
            <a:endParaRPr lang="en-US" altLang="ko-KR" sz="1600" dirty="0"/>
          </a:p>
          <a:p>
            <a:r>
              <a:rPr lang="en-US" altLang="ko-KR" sz="1600" dirty="0"/>
              <a:t>// </a:t>
            </a:r>
            <a:r>
              <a:rPr lang="ko-KR" altLang="en-US" sz="1600" dirty="0"/>
              <a:t>쿠키 시간설정</a:t>
            </a:r>
            <a:r>
              <a:rPr lang="en-US" altLang="ko-KR" sz="1600" dirty="0"/>
              <a:t>(</a:t>
            </a:r>
            <a:r>
              <a:rPr lang="ko-KR" altLang="en-US" sz="1600" dirty="0"/>
              <a:t>유통기한 설정</a:t>
            </a:r>
            <a:r>
              <a:rPr lang="en-US" altLang="ko-KR" sz="1600" dirty="0"/>
              <a:t>) </a:t>
            </a:r>
            <a:r>
              <a:rPr lang="ko-KR" altLang="en-US" sz="1600" dirty="0" err="1"/>
              <a:t>초단위</a:t>
            </a:r>
            <a:r>
              <a:rPr lang="ko-KR" altLang="en-US" sz="1600" dirty="0"/>
              <a:t> </a:t>
            </a:r>
          </a:p>
          <a:p>
            <a:r>
              <a:rPr lang="en-US" altLang="ko-KR" sz="1600" dirty="0" err="1"/>
              <a:t>cookie.setMaxAge</a:t>
            </a:r>
            <a:r>
              <a:rPr lang="en-US" altLang="ko-KR" sz="1600" dirty="0"/>
              <a:t>(60*10); // </a:t>
            </a:r>
            <a:r>
              <a:rPr lang="ko-KR" altLang="en-US" sz="1600" dirty="0" err="1"/>
              <a:t>초단위</a:t>
            </a:r>
            <a:r>
              <a:rPr lang="en-US" altLang="ko-KR" sz="1600" dirty="0"/>
              <a:t>. 60</a:t>
            </a:r>
            <a:r>
              <a:rPr lang="ko-KR" altLang="en-US" sz="1600" dirty="0"/>
              <a:t>초*</a:t>
            </a:r>
            <a:r>
              <a:rPr lang="en-US" altLang="ko-KR" sz="1600" dirty="0"/>
              <a:t>10=10</a:t>
            </a:r>
            <a:r>
              <a:rPr lang="ko-KR" altLang="en-US" sz="1600" dirty="0"/>
              <a:t>분</a:t>
            </a:r>
          </a:p>
          <a:p>
            <a:r>
              <a:rPr lang="en-US" altLang="ko-KR" sz="1600" dirty="0"/>
              <a:t>cookie2.setMaxAge(60*5); // 5</a:t>
            </a:r>
            <a:r>
              <a:rPr lang="ko-KR" altLang="en-US" sz="1600" dirty="0"/>
              <a:t>분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// </a:t>
            </a:r>
            <a:r>
              <a:rPr lang="ko-KR" altLang="en-US" sz="1600" dirty="0"/>
              <a:t>클라이언트에게 보내기</a:t>
            </a:r>
          </a:p>
          <a:p>
            <a:r>
              <a:rPr lang="en-US" altLang="ko-KR" sz="1600" dirty="0" err="1"/>
              <a:t>response.addCookie</a:t>
            </a:r>
            <a:r>
              <a:rPr lang="en-US" altLang="ko-KR" sz="1600" dirty="0"/>
              <a:t>(cookie);</a:t>
            </a:r>
          </a:p>
          <a:p>
            <a:r>
              <a:rPr lang="en-US" altLang="ko-KR" sz="1600" dirty="0" err="1"/>
              <a:t>response.addCookie</a:t>
            </a:r>
            <a:r>
              <a:rPr lang="en-US" altLang="ko-KR" sz="1600" dirty="0"/>
              <a:t>(cookie2);</a:t>
            </a:r>
          </a:p>
        </p:txBody>
      </p:sp>
    </p:spTree>
    <p:extLst>
      <p:ext uri="{BB962C8B-B14F-4D97-AF65-F5344CB8AC3E}">
        <p14:creationId xmlns:p14="http://schemas.microsoft.com/office/powerpoint/2010/main" val="118324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쿠키 </a:t>
            </a:r>
            <a:r>
              <a:rPr lang="ko-KR" altLang="en-US" sz="1600" b="1" dirty="0" smtClean="0">
                <a:latin typeface="+mn-ea"/>
              </a:rPr>
              <a:t>문법 </a:t>
            </a:r>
            <a:r>
              <a:rPr lang="en-US" altLang="ko-KR" sz="1600" b="1" dirty="0" smtClean="0">
                <a:latin typeface="+mn-ea"/>
              </a:rPr>
              <a:t>– </a:t>
            </a:r>
            <a:r>
              <a:rPr lang="ko-KR" altLang="en-US" sz="1600" b="1" dirty="0" smtClean="0">
                <a:latin typeface="+mn-ea"/>
              </a:rPr>
              <a:t>예제 </a:t>
            </a:r>
            <a:r>
              <a:rPr lang="en-US" altLang="ko-KR" sz="1600" b="1" dirty="0" smtClean="0">
                <a:latin typeface="+mn-ea"/>
              </a:rPr>
              <a:t>: </a:t>
            </a:r>
            <a:r>
              <a:rPr lang="ko-KR" altLang="en-US" sz="1600" b="1" dirty="0" smtClean="0">
                <a:latin typeface="+mn-ea"/>
              </a:rPr>
              <a:t>검색</a:t>
            </a:r>
            <a:endParaRPr lang="ko-KR" altLang="en-US" sz="1600" b="1" dirty="0">
              <a:latin typeface="+mn-ea"/>
            </a:endParaRPr>
          </a:p>
          <a:p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892510" y="1692607"/>
            <a:ext cx="615751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// </a:t>
            </a:r>
            <a:r>
              <a:rPr lang="ko-KR" altLang="en-US" sz="1600" dirty="0" smtClean="0"/>
              <a:t>쿠키 검색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Cookie</a:t>
            </a:r>
            <a:r>
              <a:rPr lang="en-US" altLang="ko-KR" sz="1600" dirty="0"/>
              <a:t>[] cookies = </a:t>
            </a:r>
            <a:r>
              <a:rPr lang="en-US" altLang="ko-KR" sz="1600" dirty="0" err="1"/>
              <a:t>request.getCookies</a:t>
            </a:r>
            <a:r>
              <a:rPr lang="en-US" altLang="ko-KR" sz="1600" dirty="0"/>
              <a:t>();</a:t>
            </a:r>
          </a:p>
          <a:p>
            <a:r>
              <a:rPr lang="en-US" altLang="ko-KR" sz="1600" dirty="0"/>
              <a:t>if (cookies != null) {</a:t>
            </a:r>
          </a:p>
          <a:p>
            <a:pPr lvl="1"/>
            <a:r>
              <a:rPr lang="en-US" altLang="ko-KR" sz="1600" dirty="0"/>
              <a:t>//  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=0;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&lt;</a:t>
            </a:r>
            <a:r>
              <a:rPr lang="en-US" altLang="ko-KR" sz="1600" dirty="0" err="1"/>
              <a:t>cookies.length</a:t>
            </a:r>
            <a:r>
              <a:rPr lang="en-US" altLang="ko-KR" sz="1600" dirty="0"/>
              <a:t>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</a:t>
            </a:r>
          </a:p>
          <a:p>
            <a:pPr lvl="2"/>
            <a:r>
              <a:rPr lang="en-US" altLang="ko-KR" sz="1600" dirty="0"/>
              <a:t>//  if (cookies[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].</a:t>
            </a:r>
            <a:r>
              <a:rPr lang="en-US" altLang="ko-KR" sz="1600" dirty="0" err="1"/>
              <a:t>getName</a:t>
            </a:r>
            <a:r>
              <a:rPr lang="en-US" altLang="ko-KR" sz="1600" dirty="0"/>
              <a:t>().equals("name")) {</a:t>
            </a:r>
          </a:p>
          <a:p>
            <a:pPr lvl="2"/>
            <a:r>
              <a:rPr lang="en-US" altLang="ko-KR" sz="1600" dirty="0"/>
              <a:t>//  name = cookies[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].</a:t>
            </a:r>
            <a:r>
              <a:rPr lang="en-US" altLang="ko-KR" sz="1600" dirty="0" err="1"/>
              <a:t>getValue</a:t>
            </a:r>
            <a:r>
              <a:rPr lang="en-US" altLang="ko-KR" sz="1600" dirty="0"/>
              <a:t>();</a:t>
            </a:r>
          </a:p>
          <a:p>
            <a:pPr lvl="1"/>
            <a:r>
              <a:rPr lang="en-US" altLang="ko-KR" sz="1600" dirty="0"/>
              <a:t>//  </a:t>
            </a:r>
            <a:r>
              <a:rPr lang="en-US" altLang="ko-KR" sz="1600" dirty="0" smtClean="0"/>
              <a:t>}</a:t>
            </a:r>
          </a:p>
          <a:p>
            <a:r>
              <a:rPr lang="en-US" altLang="ko-KR" sz="1600" dirty="0" smtClean="0"/>
              <a:t>//</a:t>
            </a:r>
            <a:r>
              <a:rPr lang="en-US" altLang="ko-KR" sz="1600" dirty="0"/>
              <a:t>  </a:t>
            </a:r>
            <a:r>
              <a:rPr lang="en-US" altLang="ko-KR" sz="1600" dirty="0" smtClean="0"/>
              <a:t>}</a:t>
            </a:r>
          </a:p>
          <a:p>
            <a:pPr lvl="1"/>
            <a:endParaRPr lang="en-US" altLang="ko-KR" sz="1600" dirty="0"/>
          </a:p>
          <a:p>
            <a:pPr lvl="1"/>
            <a:r>
              <a:rPr lang="en-US" altLang="ko-KR" sz="1600" dirty="0"/>
              <a:t>for (Cookie </a:t>
            </a:r>
            <a:r>
              <a:rPr lang="en-US" altLang="ko-KR" sz="1600" dirty="0" err="1"/>
              <a:t>cookie</a:t>
            </a:r>
            <a:r>
              <a:rPr lang="en-US" altLang="ko-KR" sz="1600" dirty="0"/>
              <a:t> : cookies) {</a:t>
            </a:r>
          </a:p>
          <a:p>
            <a:pPr lvl="2"/>
            <a:r>
              <a:rPr lang="en-US" altLang="ko-KR" sz="1600" dirty="0"/>
              <a:t>if (</a:t>
            </a:r>
            <a:r>
              <a:rPr lang="en-US" altLang="ko-KR" sz="1600" dirty="0" err="1"/>
              <a:t>cookie.getName</a:t>
            </a:r>
            <a:r>
              <a:rPr lang="en-US" altLang="ko-KR" sz="1600" dirty="0"/>
              <a:t>().equals("name")) {</a:t>
            </a:r>
          </a:p>
          <a:p>
            <a:pPr lvl="2"/>
            <a:r>
              <a:rPr lang="en-US" altLang="ko-KR" sz="1600" dirty="0" smtClean="0"/>
              <a:t>  name </a:t>
            </a:r>
            <a:r>
              <a:rPr lang="en-US" altLang="ko-KR" sz="1600" dirty="0"/>
              <a:t>= </a:t>
            </a:r>
            <a:r>
              <a:rPr lang="en-US" altLang="ko-KR" sz="1600" dirty="0" err="1"/>
              <a:t>cookie.getValue</a:t>
            </a:r>
            <a:r>
              <a:rPr lang="en-US" altLang="ko-KR" sz="1600" dirty="0"/>
              <a:t>();</a:t>
            </a:r>
          </a:p>
          <a:p>
            <a:pPr lvl="2"/>
            <a:r>
              <a:rPr lang="en-US" altLang="ko-KR" sz="1600" dirty="0"/>
              <a:t>}</a:t>
            </a:r>
          </a:p>
          <a:p>
            <a:pPr lvl="1"/>
            <a:r>
              <a:rPr lang="en-US" altLang="ko-KR" sz="1600" dirty="0"/>
              <a:t>}</a:t>
            </a:r>
          </a:p>
          <a:p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600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쿠키 </a:t>
            </a:r>
            <a:r>
              <a:rPr lang="ko-KR" altLang="en-US" sz="1600" b="1" dirty="0" smtClean="0">
                <a:latin typeface="+mn-ea"/>
              </a:rPr>
              <a:t>문법 </a:t>
            </a:r>
            <a:r>
              <a:rPr lang="en-US" altLang="ko-KR" sz="1600" b="1" dirty="0" smtClean="0">
                <a:latin typeface="+mn-ea"/>
              </a:rPr>
              <a:t>– </a:t>
            </a:r>
            <a:r>
              <a:rPr lang="ko-KR" altLang="en-US" sz="1600" b="1" dirty="0" smtClean="0">
                <a:latin typeface="+mn-ea"/>
              </a:rPr>
              <a:t>예제 </a:t>
            </a:r>
            <a:r>
              <a:rPr lang="en-US" altLang="ko-KR" sz="1600" b="1" dirty="0" smtClean="0">
                <a:latin typeface="+mn-ea"/>
              </a:rPr>
              <a:t>: </a:t>
            </a:r>
            <a:r>
              <a:rPr lang="ko-KR" altLang="en-US" sz="1600" b="1" dirty="0" smtClean="0">
                <a:latin typeface="+mn-ea"/>
              </a:rPr>
              <a:t>삭제</a:t>
            </a:r>
            <a:endParaRPr lang="ko-KR" altLang="en-US" sz="1600" b="1" dirty="0">
              <a:latin typeface="+mn-ea"/>
            </a:endParaRPr>
          </a:p>
          <a:p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677008" y="1455460"/>
            <a:ext cx="732399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 (본문)"/>
              </a:rPr>
              <a:t>// </a:t>
            </a:r>
            <a:r>
              <a:rPr lang="ko-KR" altLang="en-US" sz="1400" b="1" dirty="0" err="1">
                <a:latin typeface="맑은 고딕 (본문)"/>
              </a:rPr>
              <a:t>쿠키값</a:t>
            </a:r>
            <a:r>
              <a:rPr lang="ko-KR" altLang="en-US" sz="1400" b="1" dirty="0">
                <a:latin typeface="맑은 고딕 (본문)"/>
              </a:rPr>
              <a:t> 가져오기</a:t>
            </a:r>
          </a:p>
          <a:p>
            <a:endParaRPr lang="ko-KR" altLang="en-US" sz="1400" b="1" dirty="0">
              <a:latin typeface="맑은 고딕 (본문)"/>
            </a:endParaRPr>
          </a:p>
          <a:p>
            <a:r>
              <a:rPr lang="en-US" altLang="ko-KR" sz="1400" b="1" dirty="0" smtClean="0">
                <a:latin typeface="맑은 고딕 (본문)"/>
              </a:rPr>
              <a:t>Cookie</a:t>
            </a:r>
            <a:r>
              <a:rPr lang="en-US" altLang="ko-KR" sz="1400" b="1" dirty="0">
                <a:latin typeface="맑은 고딕 (본문)"/>
              </a:rPr>
              <a:t>[] cookies = </a:t>
            </a:r>
            <a:r>
              <a:rPr lang="en-US" altLang="ko-KR" sz="1400" b="1" dirty="0" err="1">
                <a:latin typeface="맑은 고딕 (본문)"/>
              </a:rPr>
              <a:t>request.getCookies</a:t>
            </a:r>
            <a:r>
              <a:rPr lang="en-US" altLang="ko-KR" sz="1400" b="1" dirty="0">
                <a:latin typeface="맑은 고딕 (본문)"/>
              </a:rPr>
              <a:t>();</a:t>
            </a:r>
          </a:p>
          <a:p>
            <a:endParaRPr lang="en-US" altLang="ko-KR" sz="1400" b="1" dirty="0">
              <a:latin typeface="맑은 고딕 (본문)"/>
            </a:endParaRPr>
          </a:p>
          <a:p>
            <a:r>
              <a:rPr lang="en-US" altLang="ko-KR" sz="1400" b="1" dirty="0" smtClean="0">
                <a:latin typeface="맑은 고딕 (본문)"/>
              </a:rPr>
              <a:t>// </a:t>
            </a:r>
            <a:r>
              <a:rPr lang="ko-KR" altLang="en-US" sz="1400" b="1" dirty="0" err="1">
                <a:latin typeface="맑은 고딕 (본문)"/>
              </a:rPr>
              <a:t>쿠키값</a:t>
            </a:r>
            <a:r>
              <a:rPr lang="ko-KR" altLang="en-US" sz="1400" b="1" dirty="0">
                <a:latin typeface="맑은 고딕 (본문)"/>
              </a:rPr>
              <a:t> 삭제</a:t>
            </a:r>
          </a:p>
          <a:p>
            <a:endParaRPr lang="ko-KR" altLang="en-US" sz="1400" b="1" dirty="0">
              <a:latin typeface="맑은 고딕 (본문)"/>
            </a:endParaRPr>
          </a:p>
          <a:p>
            <a:r>
              <a:rPr lang="en-US" altLang="ko-KR" sz="1400" b="1" dirty="0" smtClean="0">
                <a:latin typeface="맑은 고딕 (본문)"/>
              </a:rPr>
              <a:t>// </a:t>
            </a:r>
            <a:r>
              <a:rPr lang="ko-KR" altLang="en-US" sz="1400" b="1" dirty="0">
                <a:latin typeface="맑은 고딕 (본문)"/>
              </a:rPr>
              <a:t>삭제할 쿠키의 유효기간을 </a:t>
            </a:r>
            <a:r>
              <a:rPr lang="en-US" altLang="ko-KR" sz="1400" b="1" dirty="0">
                <a:latin typeface="맑은 고딕 (본문)"/>
              </a:rPr>
              <a:t>0</a:t>
            </a:r>
            <a:r>
              <a:rPr lang="ko-KR" altLang="en-US" sz="1400" b="1" dirty="0">
                <a:latin typeface="맑은 고딕 (본문)"/>
              </a:rPr>
              <a:t>으로 설정 후</a:t>
            </a:r>
          </a:p>
          <a:p>
            <a:r>
              <a:rPr lang="en-US" altLang="ko-KR" sz="1400" b="1" dirty="0" smtClean="0">
                <a:latin typeface="맑은 고딕 (본문)"/>
              </a:rPr>
              <a:t>// </a:t>
            </a:r>
            <a:r>
              <a:rPr lang="ko-KR" altLang="en-US" sz="1400" b="1" dirty="0">
                <a:latin typeface="맑은 고딕 (본문)"/>
              </a:rPr>
              <a:t>다시 클라이언트</a:t>
            </a:r>
            <a:r>
              <a:rPr lang="en-US" altLang="ko-KR" sz="1400" b="1" dirty="0">
                <a:latin typeface="맑은 고딕 (본문)"/>
              </a:rPr>
              <a:t>(</a:t>
            </a:r>
            <a:r>
              <a:rPr lang="ko-KR" altLang="en-US" sz="1400" b="1" dirty="0">
                <a:latin typeface="맑은 고딕 (본문)"/>
              </a:rPr>
              <a:t>브라우저</a:t>
            </a:r>
            <a:r>
              <a:rPr lang="en-US" altLang="ko-KR" sz="1400" b="1" dirty="0">
                <a:latin typeface="맑은 고딕 (본문)"/>
              </a:rPr>
              <a:t>)</a:t>
            </a:r>
            <a:r>
              <a:rPr lang="ko-KR" altLang="en-US" sz="1400" b="1" dirty="0">
                <a:latin typeface="맑은 고딕 (본문)"/>
              </a:rPr>
              <a:t>에 보냄</a:t>
            </a:r>
          </a:p>
          <a:p>
            <a:endParaRPr lang="ko-KR" altLang="en-US" sz="1400" b="1" dirty="0">
              <a:latin typeface="맑은 고딕 (본문)"/>
            </a:endParaRPr>
          </a:p>
          <a:p>
            <a:r>
              <a:rPr lang="en-US" altLang="ko-KR" sz="1400" b="1" dirty="0" smtClean="0">
                <a:latin typeface="맑은 고딕 (본문)"/>
              </a:rPr>
              <a:t>if </a:t>
            </a:r>
            <a:r>
              <a:rPr lang="en-US" altLang="ko-KR" sz="1400" b="1" dirty="0">
                <a:latin typeface="맑은 고딕 (본문)"/>
              </a:rPr>
              <a:t>(cookies != null) {</a:t>
            </a:r>
          </a:p>
          <a:p>
            <a:pPr lvl="1"/>
            <a:r>
              <a:rPr lang="en-US" altLang="ko-KR" sz="1400" b="1" dirty="0" smtClean="0">
                <a:latin typeface="맑은 고딕 (본문)"/>
              </a:rPr>
              <a:t>for </a:t>
            </a:r>
            <a:r>
              <a:rPr lang="en-US" altLang="ko-KR" sz="1400" b="1" dirty="0">
                <a:latin typeface="맑은 고딕 (본문)"/>
              </a:rPr>
              <a:t>(Cookie </a:t>
            </a:r>
            <a:r>
              <a:rPr lang="en-US" altLang="ko-KR" sz="1400" b="1" dirty="0" err="1">
                <a:latin typeface="맑은 고딕 (본문)"/>
              </a:rPr>
              <a:t>cookie</a:t>
            </a:r>
            <a:r>
              <a:rPr lang="en-US" altLang="ko-KR" sz="1400" b="1" dirty="0">
                <a:latin typeface="맑은 고딕 (본문)"/>
              </a:rPr>
              <a:t> : cookies) {</a:t>
            </a:r>
          </a:p>
          <a:p>
            <a:pPr lvl="2"/>
            <a:r>
              <a:rPr lang="en-US" altLang="ko-KR" sz="1400" b="1" dirty="0" smtClean="0">
                <a:latin typeface="맑은 고딕 (본문)"/>
              </a:rPr>
              <a:t>if </a:t>
            </a:r>
            <a:r>
              <a:rPr lang="en-US" altLang="ko-KR" sz="1400" b="1" dirty="0">
                <a:latin typeface="맑은 고딕 (본문)"/>
              </a:rPr>
              <a:t>(</a:t>
            </a:r>
            <a:r>
              <a:rPr lang="en-US" altLang="ko-KR" sz="1400" b="1" dirty="0" err="1">
                <a:latin typeface="맑은 고딕 (본문)"/>
              </a:rPr>
              <a:t>cookie.getName</a:t>
            </a:r>
            <a:r>
              <a:rPr lang="en-US" altLang="ko-KR" sz="1400" b="1" dirty="0">
                <a:latin typeface="맑은 고딕 (본문)"/>
              </a:rPr>
              <a:t>().equals("name")) {</a:t>
            </a:r>
          </a:p>
          <a:p>
            <a:pPr lvl="2"/>
            <a:r>
              <a:rPr lang="en-US" altLang="ko-KR" sz="1400" b="1" dirty="0" err="1" smtClean="0">
                <a:latin typeface="맑은 고딕 (본문)"/>
              </a:rPr>
              <a:t>cookie.setMaxAge</a:t>
            </a:r>
            <a:r>
              <a:rPr lang="en-US" altLang="ko-KR" sz="1400" b="1" dirty="0" smtClean="0">
                <a:latin typeface="맑은 고딕 (본문)"/>
              </a:rPr>
              <a:t>(0</a:t>
            </a:r>
            <a:r>
              <a:rPr lang="en-US" altLang="ko-KR" sz="1400" b="1" dirty="0">
                <a:latin typeface="맑은 고딕 (본문)"/>
              </a:rPr>
              <a:t>);</a:t>
            </a:r>
          </a:p>
          <a:p>
            <a:pPr lvl="2"/>
            <a:r>
              <a:rPr lang="en-US" altLang="ko-KR" sz="1400" b="1" dirty="0" err="1" smtClean="0">
                <a:latin typeface="맑은 고딕 (본문)"/>
              </a:rPr>
              <a:t>response.addCookie</a:t>
            </a:r>
            <a:r>
              <a:rPr lang="en-US" altLang="ko-KR" sz="1400" b="1" dirty="0" smtClean="0">
                <a:latin typeface="맑은 고딕 (본문)"/>
              </a:rPr>
              <a:t>(cookie</a:t>
            </a:r>
            <a:r>
              <a:rPr lang="en-US" altLang="ko-KR" sz="1400" b="1" dirty="0">
                <a:latin typeface="맑은 고딕 (본문)"/>
              </a:rPr>
              <a:t>);</a:t>
            </a:r>
          </a:p>
          <a:p>
            <a:pPr lvl="2"/>
            <a:r>
              <a:rPr lang="en-US" altLang="ko-KR" sz="1400" b="1" dirty="0" smtClean="0">
                <a:latin typeface="맑은 고딕 (본문)"/>
              </a:rPr>
              <a:t>}</a:t>
            </a:r>
            <a:endParaRPr lang="en-US" altLang="ko-KR" sz="1400" b="1" dirty="0">
              <a:latin typeface="맑은 고딕 (본문)"/>
            </a:endParaRPr>
          </a:p>
          <a:p>
            <a:pPr lvl="1"/>
            <a:r>
              <a:rPr lang="en-US" altLang="ko-KR" sz="1400" b="1" dirty="0" smtClean="0">
                <a:latin typeface="맑은 고딕 (본문)"/>
              </a:rPr>
              <a:t>}</a:t>
            </a:r>
            <a:endParaRPr lang="en-US" altLang="ko-KR" sz="1400" b="1" dirty="0">
              <a:latin typeface="맑은 고딕 (본문)"/>
            </a:endParaRPr>
          </a:p>
          <a:p>
            <a:r>
              <a:rPr lang="en-US" altLang="ko-KR" sz="1400" b="1" dirty="0" smtClean="0">
                <a:latin typeface="맑은 고딕 (본문)"/>
              </a:rPr>
              <a:t>}</a:t>
            </a:r>
            <a:endParaRPr lang="en-US" altLang="ko-KR" sz="1400" b="1" i="0" dirty="0">
              <a:effectLst/>
              <a:latin typeface="맑은 고딕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124554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353</Words>
  <Application>Microsoft Office PowerPoint</Application>
  <PresentationFormat>와이드스크린</PresentationFormat>
  <Paragraphs>76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맑은 고딕 (본문)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846</cp:revision>
  <dcterms:created xsi:type="dcterms:W3CDTF">2014-12-01T08:37:15Z</dcterms:created>
  <dcterms:modified xsi:type="dcterms:W3CDTF">2023-07-27T06:22:10Z</dcterms:modified>
</cp:coreProperties>
</file>