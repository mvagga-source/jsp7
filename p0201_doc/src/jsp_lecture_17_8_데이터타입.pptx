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95" r:id="rId3"/>
    <p:sldId id="362" r:id="rId4"/>
    <p:sldId id="393" r:id="rId5"/>
    <p:sldId id="394" r:id="rId6"/>
    <p:sldId id="395" r:id="rId7"/>
    <p:sldId id="396" r:id="rId8"/>
    <p:sldId id="388" r:id="rId9"/>
    <p:sldId id="3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- 2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D222-F09B-40F8-B18F-B1FFDA977FAF}"/>
              </a:ext>
            </a:extLst>
          </p:cNvPr>
          <p:cNvSpPr txBox="1"/>
          <p:nvPr/>
        </p:nvSpPr>
        <p:spPr>
          <a:xfrm>
            <a:off x="7109012" y="3900173"/>
            <a:ext cx="4195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오라클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DB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객체 타입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오라클 </a:t>
            </a:r>
            <a:r>
              <a:rPr lang="en-US" altLang="ko-KR" sz="1600" b="1" dirty="0">
                <a:latin typeface="+mn-ea"/>
              </a:rPr>
              <a:t>DB </a:t>
            </a:r>
            <a:r>
              <a:rPr lang="ko-KR" altLang="en-US" sz="1600" b="1" dirty="0">
                <a:latin typeface="+mn-ea"/>
              </a:rPr>
              <a:t>객체 타입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목차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D261B6-2868-46DD-80B7-22AE2F071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731" y="1198005"/>
            <a:ext cx="8814201" cy="552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 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데이터형 종류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4AA44C-DC07-405A-BC30-3E27D9191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028" y="1143716"/>
            <a:ext cx="8194786" cy="571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 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데이터형 종류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4C9729-756D-4957-A157-4E8A0658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37" y="1475564"/>
            <a:ext cx="9248163" cy="505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1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 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데이터형 종류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FECD79-BC04-4859-B510-5C607A0B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306" y="1367283"/>
            <a:ext cx="8882093" cy="449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1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 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LOB </a:t>
            </a:r>
            <a:r>
              <a:rPr lang="ko-KR" altLang="en-US" sz="1600" b="1" dirty="0">
                <a:latin typeface="+mn-ea"/>
              </a:rPr>
              <a:t>타입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7D4365-0F57-4C3B-B62B-423196CBE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862" y="1247470"/>
            <a:ext cx="9023182" cy="5312715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EB5CF74-2C05-447A-B450-939383E7475F}"/>
              </a:ext>
            </a:extLst>
          </p:cNvPr>
          <p:cNvSpPr/>
          <p:nvPr/>
        </p:nvSpPr>
        <p:spPr>
          <a:xfrm>
            <a:off x="1946246" y="4670712"/>
            <a:ext cx="306154" cy="19484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83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데이터 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LOB </a:t>
            </a:r>
            <a:r>
              <a:rPr lang="ko-KR" altLang="en-US" sz="1600" b="1" dirty="0">
                <a:latin typeface="+mn-ea"/>
              </a:rPr>
              <a:t>타입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BB33A-F466-4B55-8E77-3FF258187709}"/>
              </a:ext>
            </a:extLst>
          </p:cNvPr>
          <p:cNvSpPr txBox="1"/>
          <p:nvPr/>
        </p:nvSpPr>
        <p:spPr>
          <a:xfrm>
            <a:off x="677008" y="1776847"/>
            <a:ext cx="106767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Create table board (</a:t>
            </a:r>
          </a:p>
          <a:p>
            <a:r>
              <a:rPr lang="en-US" altLang="ko-KR" sz="1600" b="1" dirty="0">
                <a:latin typeface="+mn-ea"/>
              </a:rPr>
              <a:t>num number,</a:t>
            </a:r>
          </a:p>
          <a:p>
            <a:r>
              <a:rPr lang="en-US" altLang="ko-KR" sz="1600" b="1" dirty="0">
                <a:latin typeface="+mn-ea"/>
              </a:rPr>
              <a:t>title vachar2(50),</a:t>
            </a:r>
          </a:p>
          <a:p>
            <a:r>
              <a:rPr lang="en-US" altLang="ko-KR" sz="1600" b="1" dirty="0">
                <a:latin typeface="+mn-ea"/>
              </a:rPr>
              <a:t>writer varchar2(20),</a:t>
            </a:r>
          </a:p>
          <a:p>
            <a:r>
              <a:rPr lang="en-US" altLang="ko-KR" sz="1600" b="1" dirty="0">
                <a:latin typeface="+mn-ea"/>
              </a:rPr>
              <a:t>Content varchar2(4000),</a:t>
            </a:r>
          </a:p>
          <a:p>
            <a:r>
              <a:rPr lang="en-US" altLang="ko-KR" sz="1600" b="1" dirty="0">
                <a:latin typeface="+mn-ea"/>
              </a:rPr>
              <a:t>Filename varchar2(50),</a:t>
            </a:r>
          </a:p>
          <a:p>
            <a:r>
              <a:rPr lang="en-US" altLang="ko-KR" sz="1600" b="1" dirty="0" err="1">
                <a:latin typeface="+mn-ea"/>
              </a:rPr>
              <a:t>b_date</a:t>
            </a:r>
            <a:r>
              <a:rPr lang="en-US" altLang="ko-KR" sz="1600" b="1" dirty="0">
                <a:latin typeface="+mn-ea"/>
              </a:rPr>
              <a:t> date,</a:t>
            </a:r>
          </a:p>
          <a:p>
            <a:r>
              <a:rPr lang="en-US" altLang="ko-KR" sz="1600" b="1" dirty="0" err="1">
                <a:latin typeface="+mn-ea"/>
              </a:rPr>
              <a:t>m_date</a:t>
            </a:r>
            <a:r>
              <a:rPr lang="en-US" altLang="ko-KR" sz="1600" b="1" dirty="0">
                <a:latin typeface="+mn-ea"/>
              </a:rPr>
              <a:t> date,</a:t>
            </a:r>
          </a:p>
          <a:p>
            <a:r>
              <a:rPr lang="en-US" altLang="ko-KR" sz="1600" b="1" dirty="0">
                <a:latin typeface="+mn-ea"/>
              </a:rPr>
              <a:t>Count number(5));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509BE-79AA-4716-BB7B-B2C4C3EFB366}"/>
              </a:ext>
            </a:extLst>
          </p:cNvPr>
          <p:cNvSpPr txBox="1"/>
          <p:nvPr/>
        </p:nvSpPr>
        <p:spPr>
          <a:xfrm>
            <a:off x="677008" y="4476809"/>
            <a:ext cx="1067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Content </a:t>
            </a:r>
            <a:r>
              <a:rPr lang="en-US" altLang="ko-KR" sz="1600" b="1" dirty="0" err="1">
                <a:latin typeface="+mn-ea"/>
              </a:rPr>
              <a:t>clob</a:t>
            </a:r>
            <a:r>
              <a:rPr lang="en-US" altLang="ko-KR" sz="1600" b="1" dirty="0">
                <a:latin typeface="+mn-ea"/>
              </a:rPr>
              <a:t> </a:t>
            </a:r>
          </a:p>
          <a:p>
            <a:r>
              <a:rPr lang="en-US" altLang="ko-KR" sz="1600" b="1" dirty="0" err="1">
                <a:latin typeface="+mn-ea"/>
              </a:rPr>
              <a:t>Clob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은 대용량 텍스트 데이터를 저장하기 위해 사용 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1F06FE5-B05A-48AE-A272-5F6F9567950D}"/>
              </a:ext>
            </a:extLst>
          </p:cNvPr>
          <p:cNvSpPr/>
          <p:nvPr/>
        </p:nvSpPr>
        <p:spPr>
          <a:xfrm>
            <a:off x="276837" y="2833589"/>
            <a:ext cx="306154" cy="19484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EC3BA04-F2AE-4F6F-8019-13B0BDEAF39D}"/>
              </a:ext>
            </a:extLst>
          </p:cNvPr>
          <p:cNvSpPr/>
          <p:nvPr/>
        </p:nvSpPr>
        <p:spPr>
          <a:xfrm>
            <a:off x="276837" y="4552440"/>
            <a:ext cx="306154" cy="19484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11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오라클 </a:t>
            </a:r>
            <a:r>
              <a:rPr lang="en-US" altLang="ko-KR" sz="1600" b="1" dirty="0">
                <a:latin typeface="+mn-ea"/>
              </a:rPr>
              <a:t>- </a:t>
            </a:r>
            <a:r>
              <a:rPr lang="ko-KR" altLang="en-US" sz="1600" b="1" dirty="0">
                <a:latin typeface="+mn-ea"/>
              </a:rPr>
              <a:t>날짜 자동입력 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42473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Create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table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board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>
                <a:latin typeface="+mn-ea"/>
              </a:rPr>
              <a:t>(</a:t>
            </a:r>
          </a:p>
          <a:p>
            <a:r>
              <a:rPr lang="en-US" altLang="ko-KR" sz="1600" b="1" dirty="0" err="1">
                <a:latin typeface="+mn-ea"/>
              </a:rPr>
              <a:t>b_id</a:t>
            </a:r>
            <a:r>
              <a:rPr lang="en-US" altLang="ko-KR" sz="1600" b="1" dirty="0">
                <a:latin typeface="+mn-ea"/>
              </a:rPr>
              <a:t> number(4) primary key,</a:t>
            </a:r>
          </a:p>
          <a:p>
            <a:r>
              <a:rPr lang="en-US" altLang="ko-KR" sz="1600" b="1" dirty="0" err="1">
                <a:latin typeface="+mn-ea"/>
              </a:rPr>
              <a:t>b_name</a:t>
            </a:r>
            <a:r>
              <a:rPr lang="en-US" altLang="ko-KR" sz="1600" b="1" dirty="0">
                <a:latin typeface="+mn-ea"/>
              </a:rPr>
              <a:t> varchar2(20),</a:t>
            </a:r>
          </a:p>
          <a:p>
            <a:r>
              <a:rPr lang="en-US" altLang="ko-KR" sz="1600" b="1" dirty="0" err="1">
                <a:latin typeface="+mn-ea"/>
              </a:rPr>
              <a:t>b_title</a:t>
            </a:r>
            <a:r>
              <a:rPr lang="en-US" altLang="ko-KR" sz="1600" b="1" dirty="0">
                <a:latin typeface="+mn-ea"/>
              </a:rPr>
              <a:t> varchar2(100),</a:t>
            </a:r>
          </a:p>
          <a:p>
            <a:r>
              <a:rPr lang="en-US" altLang="ko-KR" sz="1600" b="1" dirty="0" err="1">
                <a:latin typeface="+mn-ea"/>
              </a:rPr>
              <a:t>b_content</a:t>
            </a:r>
            <a:r>
              <a:rPr lang="en-US" altLang="ko-KR" sz="1600" b="1" dirty="0">
                <a:latin typeface="+mn-ea"/>
              </a:rPr>
              <a:t> varchar2(300),</a:t>
            </a:r>
          </a:p>
          <a:p>
            <a:r>
              <a:rPr lang="en-US" altLang="ko-KR" sz="1600" b="1" dirty="0" err="1">
                <a:latin typeface="+mn-ea"/>
              </a:rPr>
              <a:t>b_date</a:t>
            </a:r>
            <a:r>
              <a:rPr lang="en-US" altLang="ko-KR" sz="1600" b="1" dirty="0">
                <a:latin typeface="+mn-ea"/>
              </a:rPr>
              <a:t> date default </a:t>
            </a:r>
            <a:r>
              <a:rPr lang="en-US" altLang="ko-KR" sz="1600" b="1" dirty="0" err="1">
                <a:latin typeface="+mn-ea"/>
              </a:rPr>
              <a:t>sysdate</a:t>
            </a:r>
            <a:r>
              <a:rPr lang="en-US" altLang="ko-KR" sz="1600" b="1" dirty="0">
                <a:latin typeface="+mn-ea"/>
              </a:rPr>
              <a:t>,</a:t>
            </a:r>
          </a:p>
          <a:p>
            <a:r>
              <a:rPr lang="en-US" altLang="ko-KR" sz="1600" b="1" dirty="0" err="1">
                <a:latin typeface="+mn-ea"/>
              </a:rPr>
              <a:t>b_hit</a:t>
            </a:r>
            <a:r>
              <a:rPr lang="en-US" altLang="ko-KR" sz="1600" b="1" dirty="0">
                <a:latin typeface="+mn-ea"/>
              </a:rPr>
              <a:t> number(4) default 0,</a:t>
            </a:r>
          </a:p>
          <a:p>
            <a:r>
              <a:rPr lang="en-US" altLang="ko-KR" sz="1600" b="1" dirty="0" err="1">
                <a:latin typeface="+mn-ea"/>
              </a:rPr>
              <a:t>b_group</a:t>
            </a:r>
            <a:r>
              <a:rPr lang="en-US" altLang="ko-KR" sz="1600" b="1" dirty="0">
                <a:latin typeface="+mn-ea"/>
              </a:rPr>
              <a:t> number(4),</a:t>
            </a:r>
          </a:p>
          <a:p>
            <a:r>
              <a:rPr lang="en-US" altLang="ko-KR" sz="1600" b="1" dirty="0" err="1">
                <a:latin typeface="+mn-ea"/>
              </a:rPr>
              <a:t>b_step</a:t>
            </a:r>
            <a:r>
              <a:rPr lang="en-US" altLang="ko-KR" sz="1600" b="1" dirty="0">
                <a:latin typeface="+mn-ea"/>
              </a:rPr>
              <a:t> number(4),</a:t>
            </a:r>
          </a:p>
          <a:p>
            <a:r>
              <a:rPr lang="en-US" altLang="ko-KR" sz="1600" b="1" dirty="0" err="1">
                <a:latin typeface="+mn-ea"/>
              </a:rPr>
              <a:t>b_indent</a:t>
            </a:r>
            <a:r>
              <a:rPr lang="en-US" altLang="ko-KR" sz="1600" b="1" dirty="0">
                <a:latin typeface="+mn-ea"/>
              </a:rPr>
              <a:t> number(4)</a:t>
            </a:r>
          </a:p>
          <a:p>
            <a:r>
              <a:rPr lang="en-US" altLang="ko-KR" sz="1600" b="1" dirty="0">
                <a:latin typeface="+mn-ea"/>
              </a:rPr>
              <a:t>);</a:t>
            </a:r>
          </a:p>
          <a:p>
            <a:endParaRPr lang="en-US" altLang="ko-KR" sz="1600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FC03F4-ECE1-41B9-9BC2-0FB8580F0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685" y="1662011"/>
            <a:ext cx="4937829" cy="20610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D027E2-3046-4D8C-97AB-851F7E57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90" y="4655080"/>
            <a:ext cx="10798684" cy="940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4FED4E-54AE-4C90-8F3B-C7445604AB55}"/>
              </a:ext>
            </a:extLst>
          </p:cNvPr>
          <p:cNvSpPr txBox="1"/>
          <p:nvPr/>
        </p:nvSpPr>
        <p:spPr>
          <a:xfrm>
            <a:off x="756139" y="4310908"/>
            <a:ext cx="9287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테스트를 위한 </a:t>
            </a:r>
            <a:r>
              <a:rPr lang="en-US" altLang="ko-KR" sz="1100" dirty="0">
                <a:latin typeface="+mn-ea"/>
              </a:rPr>
              <a:t>Dummy Data</a:t>
            </a:r>
            <a:r>
              <a:rPr lang="ko-KR" altLang="en-US" sz="1100" dirty="0">
                <a:latin typeface="+mn-ea"/>
              </a:rPr>
              <a:t> 입력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4856E54-6717-4E54-BC5B-E91DDD44D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38" y="5677977"/>
            <a:ext cx="4621205" cy="62499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2E132AB-BAC1-4E1B-8056-BD17D9DE3FBC}"/>
              </a:ext>
            </a:extLst>
          </p:cNvPr>
          <p:cNvCxnSpPr/>
          <p:nvPr/>
        </p:nvCxnSpPr>
        <p:spPr>
          <a:xfrm>
            <a:off x="1946246" y="2701255"/>
            <a:ext cx="15351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522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AD8E7D-3162-4FC0-8A7B-606F8CFDE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8" y="1842497"/>
            <a:ext cx="10908484" cy="22906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8FA0FBA-EB88-4CE6-BCE9-14E5DA98A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08" y="5898595"/>
            <a:ext cx="4031727" cy="7287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3A4A86-59D6-40FF-8DF0-C4566033A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787" y="5898595"/>
            <a:ext cx="3271706" cy="73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98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3800</TotalTime>
  <Words>166</Words>
  <Application>Microsoft Office PowerPoint</Application>
  <PresentationFormat>와이드스크린</PresentationFormat>
  <Paragraphs>46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lee01</cp:lastModifiedBy>
  <cp:revision>1082</cp:revision>
  <dcterms:created xsi:type="dcterms:W3CDTF">2014-12-01T08:37:15Z</dcterms:created>
  <dcterms:modified xsi:type="dcterms:W3CDTF">2020-04-15T13:43:24Z</dcterms:modified>
</cp:coreProperties>
</file>