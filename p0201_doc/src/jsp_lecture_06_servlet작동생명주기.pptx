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3" r:id="rId2"/>
    <p:sldId id="271" r:id="rId3"/>
    <p:sldId id="272" r:id="rId4"/>
    <p:sldId id="27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8109528" y="176272"/>
            <a:ext cx="3470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6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Servlet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본격적으로 살펴보기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0528" y="3500063"/>
            <a:ext cx="4793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6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Servlet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본격적으로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살펴보기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-II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Servlet </a:t>
            </a:r>
            <a:r>
              <a:rPr lang="ko-KR" altLang="en-US" sz="1600" b="1" dirty="0" smtClean="0">
                <a:latin typeface="+mn-ea"/>
              </a:rPr>
              <a:t>작동 순서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클라이언트에서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요청이 들어 오면 서버에서는 </a:t>
            </a:r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컨테이너를 만들고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요청이 있을 때마다 </a:t>
            </a:r>
            <a:r>
              <a:rPr lang="ko-KR" altLang="en-US" sz="1100" dirty="0" err="1" smtClean="0">
                <a:latin typeface="+mn-ea"/>
              </a:rPr>
              <a:t>스레드가</a:t>
            </a:r>
            <a:r>
              <a:rPr lang="ko-KR" altLang="en-US" sz="1100" dirty="0" smtClean="0">
                <a:latin typeface="+mn-ea"/>
              </a:rPr>
              <a:t> 생성 됩니다</a:t>
            </a:r>
            <a:r>
              <a:rPr lang="en-US" altLang="ko-KR" sz="1100" smtClean="0">
                <a:latin typeface="+mn-ea"/>
              </a:rPr>
              <a:t>.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28905" y="2703431"/>
            <a:ext cx="1559168" cy="1229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+mn-ea"/>
              </a:rPr>
              <a:t>웹브라우저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2975576" y="2703431"/>
            <a:ext cx="1559168" cy="1229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+mn-ea"/>
              </a:rPr>
              <a:t>웹서버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5222246" y="2703431"/>
            <a:ext cx="2545234" cy="1229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latin typeface="+mn-ea"/>
              </a:rPr>
              <a:t>웹어플리케이션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서버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8444398" y="2155390"/>
            <a:ext cx="2603846" cy="2325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Servlet </a:t>
            </a:r>
            <a:r>
              <a:rPr lang="ko-KR" altLang="en-US" dirty="0" smtClean="0">
                <a:latin typeface="+mn-ea"/>
              </a:rPr>
              <a:t>컨테이너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en-US" altLang="ko-KR" sz="1100" dirty="0" smtClean="0">
                <a:latin typeface="+mn-ea"/>
              </a:rPr>
              <a:t>1) </a:t>
            </a:r>
            <a:r>
              <a:rPr lang="ko-KR" altLang="en-US" sz="1100" dirty="0" err="1" smtClean="0">
                <a:latin typeface="+mn-ea"/>
              </a:rPr>
              <a:t>스레드</a:t>
            </a:r>
            <a:r>
              <a:rPr lang="ko-KR" altLang="en-US" sz="1100" dirty="0" smtClean="0">
                <a:latin typeface="+mn-ea"/>
              </a:rPr>
              <a:t> 생성</a:t>
            </a:r>
            <a:endParaRPr lang="en-US" altLang="ko-KR" sz="1100" dirty="0" smtClean="0">
              <a:latin typeface="+mn-ea"/>
            </a:endParaRPr>
          </a:p>
          <a:p>
            <a:pPr algn="ctr"/>
            <a:r>
              <a:rPr lang="en-US" altLang="ko-KR" sz="1100" dirty="0" smtClean="0"/>
              <a:t>2) Servlet</a:t>
            </a:r>
            <a:r>
              <a:rPr lang="ko-KR" altLang="en-US" sz="1100" dirty="0" smtClean="0"/>
              <a:t>객체 생성</a:t>
            </a:r>
            <a:endParaRPr lang="ko-KR" altLang="en-US" sz="1100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2369570" y="3333135"/>
            <a:ext cx="521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4626073" y="3347883"/>
            <a:ext cx="521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7845384" y="3347883"/>
            <a:ext cx="521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5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Servlet </a:t>
            </a:r>
            <a:r>
              <a:rPr lang="ko-KR" altLang="en-US" sz="1600" b="1" dirty="0">
                <a:latin typeface="+mn-ea"/>
              </a:rPr>
              <a:t>라이프사이클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생명주기</a:t>
            </a:r>
            <a:r>
              <a:rPr lang="en-US" altLang="ko-KR" sz="1600" b="1" dirty="0">
                <a:latin typeface="+mn-ea"/>
              </a:rPr>
              <a:t>)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의 사용도가 높은 이유는 빠른 응답 속도 때문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은 최초 요청 시 객체가 만들어져 메모리에 로딩되고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이후 요청 시에는 기존의 객체를 재활용하게 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따라서 동작 속도가 빠릅니다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의 라이프사이클을 살펴 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(jsp_6_2_ex1_lifecycleex)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803282" y="2297096"/>
            <a:ext cx="2744664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Servlet </a:t>
            </a:r>
            <a:r>
              <a:rPr lang="ko-KR" altLang="en-US" dirty="0" smtClean="0">
                <a:latin typeface="+mn-ea"/>
              </a:rPr>
              <a:t>객체생성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2803282" y="3201176"/>
            <a:ext cx="2744664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+mn-ea"/>
              </a:rPr>
              <a:t>Init</a:t>
            </a:r>
            <a:r>
              <a:rPr lang="en-US" altLang="ko-KR" dirty="0" smtClean="0">
                <a:latin typeface="+mn-ea"/>
              </a:rPr>
              <a:t>() </a:t>
            </a:r>
            <a:r>
              <a:rPr lang="ko-KR" altLang="en-US" dirty="0" smtClean="0">
                <a:latin typeface="+mn-ea"/>
              </a:rPr>
              <a:t>호출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2168403" y="4105256"/>
            <a:ext cx="4014421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service(), </a:t>
            </a:r>
            <a:r>
              <a:rPr lang="en-US" altLang="ko-KR" dirty="0" err="1" smtClean="0"/>
              <a:t>doGet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doPost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호출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2803282" y="5009336"/>
            <a:ext cx="2744664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destroy() </a:t>
            </a:r>
            <a:r>
              <a:rPr lang="ko-KR" altLang="en-US" dirty="0" smtClean="0">
                <a:latin typeface="+mn-ea"/>
              </a:rPr>
              <a:t>호출</a:t>
            </a:r>
            <a:endParaRPr lang="ko-KR" altLang="en-US" dirty="0"/>
          </a:p>
        </p:txBody>
      </p:sp>
      <p:cxnSp>
        <p:nvCxnSpPr>
          <p:cNvPr id="6" name="직선 화살표 연결선 5"/>
          <p:cNvCxnSpPr>
            <a:endCxn id="18" idx="0"/>
          </p:cNvCxnSpPr>
          <p:nvPr/>
        </p:nvCxnSpPr>
        <p:spPr>
          <a:xfrm flipH="1">
            <a:off x="4175614" y="2813539"/>
            <a:ext cx="9525" cy="38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4185139" y="3717619"/>
            <a:ext cx="9525" cy="38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>
            <a:off x="4180376" y="4621699"/>
            <a:ext cx="9525" cy="38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6163" y="2424512"/>
            <a:ext cx="8528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>
                <a:latin typeface="+mn-ea"/>
              </a:rPr>
              <a:t>최초 한번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16163" y="3328592"/>
            <a:ext cx="8528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>
                <a:latin typeface="+mn-ea"/>
              </a:rPr>
              <a:t>최초 한번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6162" y="4232672"/>
            <a:ext cx="1151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err="1" smtClean="0">
                <a:latin typeface="+mn-ea"/>
              </a:rPr>
              <a:t>요청시</a:t>
            </a:r>
            <a:r>
              <a:rPr lang="ko-KR" altLang="en-US" sz="1100" dirty="0" smtClean="0">
                <a:latin typeface="+mn-ea"/>
              </a:rPr>
              <a:t> 매번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16161" y="5136752"/>
            <a:ext cx="31036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마지막 한번</a:t>
            </a:r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smtClean="0">
                <a:latin typeface="+mn-ea"/>
              </a:rPr>
              <a:t>자원 해제 </a:t>
            </a:r>
            <a:r>
              <a:rPr lang="en-US" altLang="ko-KR" sz="1100" dirty="0" smtClean="0">
                <a:latin typeface="+mn-ea"/>
              </a:rPr>
              <a:t>: servlet </a:t>
            </a:r>
            <a:r>
              <a:rPr lang="ko-KR" altLang="en-US" sz="1100" dirty="0" smtClean="0">
                <a:latin typeface="+mn-ea"/>
              </a:rPr>
              <a:t>수정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서버 </a:t>
            </a:r>
            <a:r>
              <a:rPr lang="ko-KR" altLang="en-US" sz="1100" dirty="0" err="1" smtClean="0">
                <a:latin typeface="+mn-ea"/>
              </a:rPr>
              <a:t>재가동</a:t>
            </a:r>
            <a:r>
              <a:rPr lang="ko-KR" altLang="en-US" sz="1100" dirty="0" smtClean="0">
                <a:latin typeface="+mn-ea"/>
              </a:rPr>
              <a:t> 등등</a:t>
            </a:r>
            <a:r>
              <a:rPr lang="en-US" altLang="ko-KR" sz="1100" dirty="0" smtClean="0">
                <a:latin typeface="+mn-ea"/>
              </a:rPr>
              <a:t>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4951" y="3259295"/>
            <a:ext cx="2228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GenericServlet</a:t>
            </a:r>
            <a:r>
              <a:rPr lang="en-US" altLang="ko-KR" dirty="0" smtClean="0"/>
              <a:t> </a:t>
            </a:r>
            <a:r>
              <a:rPr lang="ko-KR" altLang="en-US" dirty="0" smtClean="0"/>
              <a:t>상속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460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Servlet </a:t>
            </a:r>
            <a:r>
              <a:rPr lang="ko-KR" altLang="en-US" sz="1600" b="1" dirty="0" smtClean="0">
                <a:latin typeface="+mn-ea"/>
              </a:rPr>
              <a:t>선처리</a:t>
            </a:r>
            <a:r>
              <a:rPr lang="en-US" altLang="ko-KR" sz="1600" b="1" dirty="0" smtClean="0">
                <a:latin typeface="+mn-ea"/>
              </a:rPr>
              <a:t>, </a:t>
            </a:r>
            <a:r>
              <a:rPr lang="ko-KR" altLang="en-US" sz="1600" b="1" dirty="0" smtClean="0">
                <a:latin typeface="+mn-ea"/>
              </a:rPr>
              <a:t>후처리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Servlet</a:t>
            </a:r>
            <a:r>
              <a:rPr lang="ko-KR" altLang="en-US" sz="1100" dirty="0" smtClean="0">
                <a:latin typeface="+mn-ea"/>
              </a:rPr>
              <a:t>의 라이프 </a:t>
            </a:r>
            <a:r>
              <a:rPr lang="ko-KR" altLang="en-US" sz="1100" dirty="0" err="1" smtClean="0">
                <a:latin typeface="+mn-ea"/>
              </a:rPr>
              <a:t>사이클중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err="1" smtClean="0">
                <a:latin typeface="+mn-ea"/>
              </a:rPr>
              <a:t>init</a:t>
            </a:r>
            <a:r>
              <a:rPr lang="en-US" altLang="ko-KR" sz="1100" dirty="0" smtClean="0">
                <a:latin typeface="+mn-ea"/>
              </a:rPr>
              <a:t>()</a:t>
            </a:r>
            <a:r>
              <a:rPr lang="ko-KR" altLang="en-US" sz="1100" dirty="0" smtClean="0">
                <a:latin typeface="+mn-ea"/>
              </a:rPr>
              <a:t>과 </a:t>
            </a:r>
            <a:r>
              <a:rPr lang="en-US" altLang="ko-KR" sz="1100" dirty="0" smtClean="0">
                <a:latin typeface="+mn-ea"/>
              </a:rPr>
              <a:t>destroy()</a:t>
            </a:r>
            <a:r>
              <a:rPr lang="ko-KR" altLang="en-US" sz="1100" dirty="0" err="1" smtClean="0">
                <a:latin typeface="+mn-ea"/>
              </a:rPr>
              <a:t>메소드와</a:t>
            </a:r>
            <a:r>
              <a:rPr lang="ko-KR" altLang="en-US" sz="1100" dirty="0" smtClean="0">
                <a:latin typeface="+mn-ea"/>
              </a:rPr>
              <a:t> 관련하여 선처리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en-US" altLang="ko-KR" sz="1100" dirty="0" err="1">
                <a:latin typeface="+mn-ea"/>
              </a:rPr>
              <a:t>init</a:t>
            </a:r>
            <a:r>
              <a:rPr lang="en-US" altLang="ko-KR" sz="1100" dirty="0">
                <a:latin typeface="+mn-ea"/>
              </a:rPr>
              <a:t>()</a:t>
            </a:r>
            <a:r>
              <a:rPr lang="ko-KR" altLang="en-US" sz="1100" dirty="0" smtClean="0">
                <a:latin typeface="+mn-ea"/>
              </a:rPr>
              <a:t>전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와 후처리</a:t>
            </a:r>
            <a:r>
              <a:rPr lang="en-US" altLang="ko-KR" sz="1100" dirty="0" smtClean="0">
                <a:latin typeface="+mn-ea"/>
              </a:rPr>
              <a:t>(destroy()</a:t>
            </a:r>
            <a:r>
              <a:rPr lang="ko-KR" altLang="en-US" sz="1100" dirty="0" smtClean="0">
                <a:latin typeface="+mn-ea"/>
              </a:rPr>
              <a:t>후</a:t>
            </a:r>
            <a:r>
              <a:rPr lang="en-US" altLang="ko-KR" sz="1100" dirty="0" smtClean="0">
                <a:latin typeface="+mn-ea"/>
              </a:rPr>
              <a:t>)</a:t>
            </a:r>
            <a:r>
              <a:rPr lang="ko-KR" altLang="en-US" sz="1100" dirty="0" smtClean="0">
                <a:latin typeface="+mn-ea"/>
              </a:rPr>
              <a:t> 작업이 가능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jsp_6_2_ex1_lifecycleex)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422889" y="2297096"/>
            <a:ext cx="2744664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Servlet </a:t>
            </a:r>
            <a:r>
              <a:rPr lang="ko-KR" altLang="en-US" dirty="0" smtClean="0">
                <a:latin typeface="+mn-ea"/>
              </a:rPr>
              <a:t>객체생성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422889" y="3201176"/>
            <a:ext cx="2744664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+mn-ea"/>
              </a:rPr>
              <a:t>Init</a:t>
            </a:r>
            <a:r>
              <a:rPr lang="en-US" altLang="ko-KR" dirty="0" smtClean="0">
                <a:latin typeface="+mn-ea"/>
              </a:rPr>
              <a:t>() </a:t>
            </a:r>
            <a:r>
              <a:rPr lang="ko-KR" altLang="en-US" dirty="0" smtClean="0">
                <a:latin typeface="+mn-ea"/>
              </a:rPr>
              <a:t>호출</a:t>
            </a:r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788010" y="4105256"/>
            <a:ext cx="4014421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service(), </a:t>
            </a:r>
            <a:r>
              <a:rPr lang="en-US" altLang="ko-KR" dirty="0" err="1" smtClean="0"/>
              <a:t>doGet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doPost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호출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1422889" y="5009336"/>
            <a:ext cx="2744664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destroy() </a:t>
            </a:r>
            <a:r>
              <a:rPr lang="ko-KR" altLang="en-US" dirty="0" smtClean="0">
                <a:latin typeface="+mn-ea"/>
              </a:rPr>
              <a:t>호출</a:t>
            </a:r>
            <a:endParaRPr lang="ko-KR" altLang="en-US" dirty="0"/>
          </a:p>
        </p:txBody>
      </p:sp>
      <p:cxnSp>
        <p:nvCxnSpPr>
          <p:cNvPr id="6" name="직선 화살표 연결선 5"/>
          <p:cNvCxnSpPr>
            <a:endCxn id="18" idx="0"/>
          </p:cNvCxnSpPr>
          <p:nvPr/>
        </p:nvCxnSpPr>
        <p:spPr>
          <a:xfrm flipH="1">
            <a:off x="2795221" y="2813539"/>
            <a:ext cx="9525" cy="38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2804746" y="3717619"/>
            <a:ext cx="9525" cy="38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>
            <a:off x="2799983" y="4621699"/>
            <a:ext cx="9525" cy="38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5865936" y="2737990"/>
            <a:ext cx="2744664" cy="516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+mn-ea"/>
              </a:rPr>
              <a:t>선처리 </a:t>
            </a:r>
            <a:r>
              <a:rPr lang="en-US" altLang="ko-KR" dirty="0" smtClean="0">
                <a:latin typeface="+mn-ea"/>
              </a:rPr>
              <a:t>: @</a:t>
            </a:r>
            <a:r>
              <a:rPr lang="en-US" altLang="ko-KR" dirty="0" err="1" smtClean="0">
                <a:latin typeface="+mn-ea"/>
              </a:rPr>
              <a:t>PostConstruct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5865936" y="5407792"/>
            <a:ext cx="2744664" cy="516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후처리 </a:t>
            </a:r>
            <a:r>
              <a:rPr lang="en-US" altLang="ko-KR" dirty="0" smtClean="0"/>
              <a:t>: @</a:t>
            </a:r>
            <a:r>
              <a:rPr lang="en-US" altLang="ko-KR" dirty="0" err="1" smtClean="0"/>
              <a:t>PreDestroy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804746" y="2998839"/>
            <a:ext cx="3061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814271" y="5666013"/>
            <a:ext cx="3061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V="1">
            <a:off x="2824103" y="5525779"/>
            <a:ext cx="0" cy="140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865936" y="3348287"/>
            <a:ext cx="4430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import </a:t>
            </a:r>
            <a:r>
              <a:rPr lang="en-US" altLang="ko-KR" b="1" dirty="0" err="1"/>
              <a:t>javax.annotation.PostConstruct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865936" y="6064469"/>
            <a:ext cx="4106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import </a:t>
            </a:r>
            <a:r>
              <a:rPr lang="en-US" altLang="ko-KR" b="1" dirty="0" err="1"/>
              <a:t>javax.annotation.PreDestroy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547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2244</TotalTime>
  <Words>198</Words>
  <Application>Microsoft Office PowerPoint</Application>
  <PresentationFormat>와이드스크린</PresentationFormat>
  <Paragraphs>38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569</cp:revision>
  <dcterms:created xsi:type="dcterms:W3CDTF">2014-12-01T08:37:15Z</dcterms:created>
  <dcterms:modified xsi:type="dcterms:W3CDTF">2023-07-27T05:53:03Z</dcterms:modified>
</cp:coreProperties>
</file>