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3" r:id="rId2"/>
    <p:sldId id="282" r:id="rId3"/>
    <p:sldId id="283" r:id="rId4"/>
    <p:sldId id="28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25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en-US" altLang="ko-KR" sz="1600" kern="1200" baseline="0" dirty="0" err="1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FrontController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패턴과 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Command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7341" y="3500063"/>
            <a:ext cx="4985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25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 err="1">
                <a:solidFill>
                  <a:srgbClr val="0070C0"/>
                </a:solidFill>
                <a:latin typeface="+mj-ea"/>
                <a:ea typeface="+mj-ea"/>
              </a:rPr>
              <a:t>FrontController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패턴과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Command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패턴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url</a:t>
            </a:r>
            <a:r>
              <a:rPr lang="en-US" altLang="ko-KR" sz="1600" b="1" dirty="0" smtClean="0">
                <a:latin typeface="+mn-ea"/>
              </a:rPr>
              <a:t>-pattern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0972" y="1426742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ea"/>
              </a:rPr>
              <a:t>디렉터리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ea"/>
              </a:rPr>
              <a:t>패턴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870972" y="1712815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0972" y="1749759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n-ea"/>
              </a:rPr>
              <a:t>디렉터리 형태로 서버의 해당 컴포넌트를 찾아서 실행하는 구조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99129" y="2216728"/>
            <a:ext cx="6853382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http://</a:t>
            </a:r>
            <a:r>
              <a:rPr lang="en-US" altLang="ko-KR" dirty="0" smtClean="0"/>
              <a:t>localhost:8181/jsp_21_1_ex1_memberex/Hello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70972" y="3962122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+mn-ea"/>
              </a:rPr>
              <a:t>확장자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ea"/>
              </a:rPr>
              <a:t>패턴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870972" y="4248195"/>
            <a:ext cx="9972519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0972" y="4285139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>
                <a:latin typeface="+mn-ea"/>
              </a:rPr>
              <a:t>확장자</a:t>
            </a:r>
            <a:r>
              <a:rPr lang="ko-KR" altLang="en-US" sz="1200" dirty="0" smtClean="0">
                <a:latin typeface="+mn-ea"/>
              </a:rPr>
              <a:t> 형태로 서버의 해당 컴포넌트를 찾아서 실행하는 구조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99129" y="4752108"/>
            <a:ext cx="6853382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http://</a:t>
            </a:r>
            <a:r>
              <a:rPr lang="en-US" altLang="ko-KR" dirty="0" smtClean="0"/>
              <a:t>localhost:8181/jsp_21_1_ex1_memberex/hello.do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1099129" y="5504872"/>
            <a:ext cx="6853382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http</a:t>
            </a:r>
            <a:r>
              <a:rPr lang="en-US" altLang="ko-KR"/>
              <a:t>://</a:t>
            </a:r>
            <a:r>
              <a:rPr lang="en-US" altLang="ko-KR" smtClean="0"/>
              <a:t>localhost:8181/jsp_21_1_ex1_memberex/world.do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337965" y="5163598"/>
            <a:ext cx="1727200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*.do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cxnSp>
        <p:nvCxnSpPr>
          <p:cNvPr id="18" name="직선 화살표 연결선 17"/>
          <p:cNvCxnSpPr>
            <a:stCxn id="14" idx="3"/>
            <a:endCxn id="17" idx="1"/>
          </p:cNvCxnSpPr>
          <p:nvPr/>
        </p:nvCxnSpPr>
        <p:spPr>
          <a:xfrm>
            <a:off x="7952511" y="5070763"/>
            <a:ext cx="1385454" cy="411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16" idx="3"/>
            <a:endCxn id="17" idx="1"/>
          </p:cNvCxnSpPr>
          <p:nvPr/>
        </p:nvCxnSpPr>
        <p:spPr>
          <a:xfrm flipV="1">
            <a:off x="7952511" y="5482253"/>
            <a:ext cx="1385454" cy="34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9337964" y="2212366"/>
            <a:ext cx="1727201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/Hello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cxnSp>
        <p:nvCxnSpPr>
          <p:cNvPr id="24" name="직선 화살표 연결선 23"/>
          <p:cNvCxnSpPr>
            <a:stCxn id="8" idx="3"/>
            <a:endCxn id="22" idx="1"/>
          </p:cNvCxnSpPr>
          <p:nvPr/>
        </p:nvCxnSpPr>
        <p:spPr>
          <a:xfrm flipV="1">
            <a:off x="7952511" y="2531021"/>
            <a:ext cx="1385453" cy="4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099129" y="2969492"/>
            <a:ext cx="6853382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http://</a:t>
            </a:r>
            <a:r>
              <a:rPr lang="en-US" altLang="ko-KR" dirty="0" smtClean="0"/>
              <a:t>localhost:8181/jsp_21_1_ex1_memberex/World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9337964" y="2965130"/>
            <a:ext cx="1727201" cy="637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/World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cxnSp>
        <p:nvCxnSpPr>
          <p:cNvPr id="27" name="직선 화살표 연결선 26"/>
          <p:cNvCxnSpPr>
            <a:stCxn id="25" idx="3"/>
            <a:endCxn id="26" idx="1"/>
          </p:cNvCxnSpPr>
          <p:nvPr/>
        </p:nvCxnSpPr>
        <p:spPr>
          <a:xfrm flipV="1">
            <a:off x="7952511" y="3283785"/>
            <a:ext cx="1385453" cy="4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FrontController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패턴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클라이언트의 다양한 요청을 한곳으로 집중시켜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개발 및 유지보수에 효율성을 극대화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jsp_25_2_ex1_frontex)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05163" y="1842326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05162" y="2440392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05162" y="3038458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3236298" y="1842326"/>
            <a:ext cx="213822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 </a:t>
            </a:r>
            <a:r>
              <a:rPr lang="ko-KR" altLang="en-US" dirty="0" smtClean="0"/>
              <a:t>처리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236298" y="2440392"/>
            <a:ext cx="213822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 </a:t>
            </a:r>
            <a:r>
              <a:rPr lang="ko-KR" altLang="en-US" dirty="0" smtClean="0"/>
              <a:t>처리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236298" y="3038458"/>
            <a:ext cx="2138224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 </a:t>
            </a:r>
            <a:r>
              <a:rPr lang="ko-KR" altLang="en-US" dirty="0" smtClean="0"/>
              <a:t>처리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866191" y="2429052"/>
            <a:ext cx="1539941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 </a:t>
            </a:r>
            <a:endParaRPr lang="ko-KR" altLang="en-US" dirty="0"/>
          </a:p>
        </p:txBody>
      </p:sp>
      <p:cxnSp>
        <p:nvCxnSpPr>
          <p:cNvPr id="17" name="직선 화살표 연결선 16"/>
          <p:cNvCxnSpPr>
            <a:endCxn id="10" idx="1"/>
          </p:cNvCxnSpPr>
          <p:nvPr/>
        </p:nvCxnSpPr>
        <p:spPr>
          <a:xfrm>
            <a:off x="2660073" y="2068945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2660072" y="2671301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660072" y="3259825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15" idx="1"/>
          </p:cNvCxnSpPr>
          <p:nvPr/>
        </p:nvCxnSpPr>
        <p:spPr>
          <a:xfrm flipV="1">
            <a:off x="5439178" y="2659961"/>
            <a:ext cx="1427013" cy="7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0" idx="3"/>
            <a:endCxn id="15" idx="1"/>
          </p:cNvCxnSpPr>
          <p:nvPr/>
        </p:nvCxnSpPr>
        <p:spPr>
          <a:xfrm>
            <a:off x="5374522" y="2073235"/>
            <a:ext cx="1491669" cy="58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4" idx="3"/>
            <a:endCxn id="15" idx="1"/>
          </p:cNvCxnSpPr>
          <p:nvPr/>
        </p:nvCxnSpPr>
        <p:spPr>
          <a:xfrm flipV="1">
            <a:off x="5374522" y="2659961"/>
            <a:ext cx="1491669" cy="60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905163" y="4225048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905162" y="4823114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905162" y="5421180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3236298" y="4450705"/>
            <a:ext cx="2905884" cy="1193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모든 요청을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처리하는</a:t>
            </a:r>
            <a:r>
              <a:rPr lang="en-US" altLang="ko-KR" dirty="0"/>
              <a:t>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6866191" y="4816789"/>
            <a:ext cx="1539941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 </a:t>
            </a:r>
            <a:endParaRPr lang="ko-KR" altLang="en-US" dirty="0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2660072" y="5054023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6206838" y="5048052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endCxn id="31" idx="1"/>
          </p:cNvCxnSpPr>
          <p:nvPr/>
        </p:nvCxnSpPr>
        <p:spPr>
          <a:xfrm>
            <a:off x="2627743" y="4450705"/>
            <a:ext cx="608555" cy="59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2595415" y="5056168"/>
            <a:ext cx="640882" cy="598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91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모서리가 둥근 직사각형 38"/>
          <p:cNvSpPr/>
          <p:nvPr/>
        </p:nvSpPr>
        <p:spPr>
          <a:xfrm>
            <a:off x="6941575" y="3499391"/>
            <a:ext cx="2538885" cy="2837295"/>
          </a:xfrm>
          <a:prstGeom prst="roundRect">
            <a:avLst>
              <a:gd name="adj" fmla="val 12279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Command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패턴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905163" y="1703521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05162" y="2301587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05162" y="2899653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236298" y="1929178"/>
            <a:ext cx="2905884" cy="1193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모든 요청을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직접 처리하는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866191" y="2295262"/>
            <a:ext cx="1539941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 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2660072" y="2532496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6206838" y="2526525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endCxn id="9" idx="1"/>
          </p:cNvCxnSpPr>
          <p:nvPr/>
        </p:nvCxnSpPr>
        <p:spPr>
          <a:xfrm>
            <a:off x="2627743" y="1929178"/>
            <a:ext cx="608555" cy="59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2595415" y="2534641"/>
            <a:ext cx="640882" cy="598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클라이언트로부터 받은 요청들에 대해서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서블릿이</a:t>
            </a:r>
            <a:r>
              <a:rPr lang="ko-KR" altLang="en-US" sz="1100" dirty="0" smtClean="0">
                <a:latin typeface="+mn-ea"/>
              </a:rPr>
              <a:t> 작업을 직접 처리 하지 않고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해당 클래스가 처리하도록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jsp_25_3_ex1_commex)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05162" y="4043788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05161" y="4641854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905161" y="5239920"/>
            <a:ext cx="1690255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3236296" y="4269445"/>
            <a:ext cx="3413885" cy="11939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모든 요청을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직접 처리하지 않는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서블릿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9982200" y="4635529"/>
            <a:ext cx="1539941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 </a:t>
            </a:r>
            <a:endParaRPr lang="ko-KR" alt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660071" y="4872763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9339642" y="4859490"/>
            <a:ext cx="576225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endCxn id="19" idx="1"/>
          </p:cNvCxnSpPr>
          <p:nvPr/>
        </p:nvCxnSpPr>
        <p:spPr>
          <a:xfrm>
            <a:off x="2627742" y="4269445"/>
            <a:ext cx="608554" cy="59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2595414" y="4874908"/>
            <a:ext cx="640882" cy="598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7132257" y="4038536"/>
            <a:ext cx="2141052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1 </a:t>
            </a:r>
            <a:r>
              <a:rPr lang="ko-KR" altLang="en-US" dirty="0" smtClean="0"/>
              <a:t>처리 클래스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7132257" y="4643999"/>
            <a:ext cx="2141052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2 </a:t>
            </a:r>
            <a:r>
              <a:rPr lang="ko-KR" altLang="en-US" dirty="0" smtClean="0"/>
              <a:t>처리 클래스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7132257" y="5249462"/>
            <a:ext cx="2141052" cy="461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요청</a:t>
            </a:r>
            <a:r>
              <a:rPr lang="en-US" altLang="ko-KR" dirty="0" smtClean="0"/>
              <a:t>3 </a:t>
            </a:r>
            <a:r>
              <a:rPr lang="ko-KR" altLang="en-US" dirty="0" smtClean="0"/>
              <a:t>처리 클래스</a:t>
            </a:r>
            <a:endParaRPr lang="ko-KR" altLang="en-US" dirty="0"/>
          </a:p>
        </p:txBody>
      </p:sp>
      <p:cxnSp>
        <p:nvCxnSpPr>
          <p:cNvPr id="30" name="직선 화살표 연결선 29"/>
          <p:cNvCxnSpPr>
            <a:endCxn id="28" idx="1"/>
          </p:cNvCxnSpPr>
          <p:nvPr/>
        </p:nvCxnSpPr>
        <p:spPr>
          <a:xfrm>
            <a:off x="6650181" y="4874908"/>
            <a:ext cx="482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9" idx="3"/>
            <a:endCxn id="26" idx="1"/>
          </p:cNvCxnSpPr>
          <p:nvPr/>
        </p:nvCxnSpPr>
        <p:spPr>
          <a:xfrm flipV="1">
            <a:off x="6650181" y="4269445"/>
            <a:ext cx="482076" cy="596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19" idx="3"/>
            <a:endCxn id="29" idx="1"/>
          </p:cNvCxnSpPr>
          <p:nvPr/>
        </p:nvCxnSpPr>
        <p:spPr>
          <a:xfrm>
            <a:off x="6650181" y="4866439"/>
            <a:ext cx="482076" cy="613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19420" y="3559160"/>
            <a:ext cx="1166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latin typeface="+mn-ea"/>
              </a:rPr>
              <a:t>interface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594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4670</TotalTime>
  <Words>170</Words>
  <Application>Microsoft Office PowerPoint</Application>
  <PresentationFormat>와이드스크린</PresentationFormat>
  <Paragraphs>51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1368</cp:revision>
  <dcterms:created xsi:type="dcterms:W3CDTF">2014-12-01T08:37:15Z</dcterms:created>
  <dcterms:modified xsi:type="dcterms:W3CDTF">2023-07-27T07:08:59Z</dcterms:modified>
</cp:coreProperties>
</file>