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295" r:id="rId3"/>
    <p:sldId id="447" r:id="rId4"/>
    <p:sldId id="3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17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2020-04-23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오라클 명령어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- 2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9D222-F09B-40F8-B18F-B1FFDA977FAF}"/>
              </a:ext>
            </a:extLst>
          </p:cNvPr>
          <p:cNvSpPr txBox="1"/>
          <p:nvPr/>
        </p:nvSpPr>
        <p:spPr>
          <a:xfrm>
            <a:off x="7109012" y="3900173"/>
            <a:ext cx="4195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Self Join</a:t>
            </a: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Self Join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목차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251B86-535C-4847-8467-86F08CBD5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462" y="1870282"/>
            <a:ext cx="9572319" cy="406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7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Self Join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Smith</a:t>
            </a:r>
            <a:r>
              <a:rPr lang="ko-KR" altLang="en-US" sz="1600" b="1" dirty="0">
                <a:latin typeface="+mn-ea"/>
              </a:rPr>
              <a:t>의 매니저 이름이 무엇</a:t>
            </a:r>
            <a:r>
              <a:rPr lang="en-US" altLang="ko-KR" sz="1600" b="1" dirty="0">
                <a:latin typeface="+mn-ea"/>
              </a:rPr>
              <a:t>?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CB0877-91D5-4AEA-9D28-00E2DA8C0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418" y="1605982"/>
            <a:ext cx="6936312" cy="45917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2496D0-BC0E-4135-A6B1-076FE0FD4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736" y="6318580"/>
            <a:ext cx="4464516" cy="40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8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9F2551-30D6-4041-BBAB-E5FF266C4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87" y="1617660"/>
            <a:ext cx="7780789" cy="49741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577C0D4-2385-49AD-82F3-D3E01CDD0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372" y="3723509"/>
            <a:ext cx="4164041" cy="37265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524751-B1E7-49DB-9163-D9E6DC2A8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432" y="6408850"/>
            <a:ext cx="4048867" cy="44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98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3858</TotalTime>
  <Words>25</Words>
  <Application>Microsoft Office PowerPoint</Application>
  <PresentationFormat>와이드스크린</PresentationFormat>
  <Paragraphs>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lee01</cp:lastModifiedBy>
  <cp:revision>1093</cp:revision>
  <dcterms:created xsi:type="dcterms:W3CDTF">2014-12-01T08:37:15Z</dcterms:created>
  <dcterms:modified xsi:type="dcterms:W3CDTF">2020-04-23T14:15:58Z</dcterms:modified>
</cp:coreProperties>
</file>