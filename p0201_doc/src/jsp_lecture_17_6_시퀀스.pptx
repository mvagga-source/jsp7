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95" r:id="rId3"/>
    <p:sldId id="352" r:id="rId4"/>
    <p:sldId id="353" r:id="rId5"/>
    <p:sldId id="354" r:id="rId6"/>
    <p:sldId id="362" r:id="rId7"/>
    <p:sldId id="355" r:id="rId8"/>
    <p:sldId id="356" r:id="rId9"/>
    <p:sldId id="357" r:id="rId10"/>
    <p:sldId id="359" r:id="rId11"/>
    <p:sldId id="360" r:id="rId12"/>
    <p:sldId id="361" r:id="rId13"/>
    <p:sldId id="358" r:id="rId14"/>
    <p:sldId id="32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시퀀스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E2D5F6-DCBE-42DC-9413-544ED18BD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69" y="1536560"/>
            <a:ext cx="7552662" cy="51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 개념 이해와 시퀀스 생성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66499E-DC87-4489-9EBC-88E4F291A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99" y="1794317"/>
            <a:ext cx="9128183" cy="326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뷰의 기본 테이블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1A8C6B-23DC-442C-A0F1-DBB9152C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58" y="1607174"/>
            <a:ext cx="8288334" cy="50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9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뷰의 기본 테이블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FC51B7-1EC8-4E86-A0B7-0101CBA90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78" y="1627242"/>
            <a:ext cx="8384093" cy="50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7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예제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C15B37-44B9-456B-AE47-3BFCA87761FE}"/>
              </a:ext>
            </a:extLst>
          </p:cNvPr>
          <p:cNvSpPr/>
          <p:nvPr/>
        </p:nvSpPr>
        <p:spPr>
          <a:xfrm>
            <a:off x="1448995" y="1690381"/>
            <a:ext cx="8684905" cy="2954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CREATE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SEQUENCE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board_seq</a:t>
            </a:r>
            <a:r>
              <a:rPr lang="en-US" altLang="ko-KR" dirty="0">
                <a:latin typeface="Consolas" panose="020B0609020204030204" pitchFamily="49" charset="0"/>
              </a:rPr>
              <a:t>         --</a:t>
            </a:r>
            <a:r>
              <a:rPr lang="ko-KR" altLang="en-US" dirty="0">
                <a:latin typeface="Consolas" panose="020B0609020204030204" pitchFamily="49" charset="0"/>
              </a:rPr>
              <a:t>시퀀스이름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board_seq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INCREMENT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BY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                   </a:t>
            </a:r>
            <a:r>
              <a:rPr lang="en-US" altLang="ko-KR" dirty="0">
                <a:latin typeface="Consolas" panose="020B0609020204030204" pitchFamily="49" charset="0"/>
              </a:rPr>
              <a:t>--</a:t>
            </a:r>
            <a:r>
              <a:rPr lang="ko-KR" altLang="en-US" dirty="0">
                <a:latin typeface="Consolas" panose="020B0609020204030204" pitchFamily="49" charset="0"/>
              </a:rPr>
              <a:t>증감숫자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START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WITH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                     </a:t>
            </a:r>
            <a:r>
              <a:rPr lang="en-US" altLang="ko-KR" dirty="0">
                <a:latin typeface="Consolas" panose="020B0609020204030204" pitchFamily="49" charset="0"/>
              </a:rPr>
              <a:t>--</a:t>
            </a:r>
            <a:r>
              <a:rPr lang="ko-KR" altLang="en-US" dirty="0">
                <a:latin typeface="Consolas" panose="020B0609020204030204" pitchFamily="49" charset="0"/>
              </a:rPr>
              <a:t>시작숫자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MINVALUE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                       </a:t>
            </a:r>
            <a:r>
              <a:rPr lang="en-US" altLang="ko-KR" dirty="0">
                <a:latin typeface="Consolas" panose="020B0609020204030204" pitchFamily="49" charset="0"/>
              </a:rPr>
              <a:t>--</a:t>
            </a:r>
            <a:r>
              <a:rPr lang="ko-KR" altLang="en-US" dirty="0">
                <a:latin typeface="Consolas" panose="020B0609020204030204" pitchFamily="49" charset="0"/>
              </a:rPr>
              <a:t>최소값 </a:t>
            </a: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MAXVALUE 1000</a:t>
            </a:r>
            <a:r>
              <a:rPr lang="ko-KR" altLang="en-US" dirty="0">
                <a:latin typeface="Consolas" panose="020B0609020204030204" pitchFamily="49" charset="0"/>
              </a:rPr>
              <a:t>                     </a:t>
            </a:r>
            <a:r>
              <a:rPr lang="en-US" altLang="ko-KR" dirty="0">
                <a:latin typeface="Consolas" panose="020B0609020204030204" pitchFamily="49" charset="0"/>
              </a:rPr>
              <a:t>--</a:t>
            </a:r>
            <a:r>
              <a:rPr lang="ko-KR" altLang="en-US" dirty="0">
                <a:latin typeface="Consolas" panose="020B0609020204030204" pitchFamily="49" charset="0"/>
              </a:rPr>
              <a:t>최대값 </a:t>
            </a:r>
            <a:r>
              <a:rPr lang="en-US" altLang="ko-KR" dirty="0">
                <a:latin typeface="Consolas" panose="020B0609020204030204" pitchFamily="49" charset="0"/>
              </a:rPr>
              <a:t>1000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NOCYCLE</a:t>
            </a:r>
            <a:r>
              <a:rPr lang="ko-KR" altLang="en-US" dirty="0">
                <a:latin typeface="Consolas" panose="020B0609020204030204" pitchFamily="49" charset="0"/>
              </a:rPr>
              <a:t>                           </a:t>
            </a:r>
            <a:r>
              <a:rPr lang="en-US" altLang="ko-KR" dirty="0">
                <a:latin typeface="Consolas" panose="020B0609020204030204" pitchFamily="49" charset="0"/>
              </a:rPr>
              <a:t>--</a:t>
            </a:r>
            <a:r>
              <a:rPr lang="ko-KR" altLang="en-US" dirty="0" err="1">
                <a:latin typeface="Consolas" panose="020B0609020204030204" pitchFamily="49" charset="0"/>
              </a:rPr>
              <a:t>순한하지않음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endParaRPr lang="en-US" altLang="ko-K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nsolas" panose="020B0609020204030204" pitchFamily="49" charset="0"/>
              </a:rPr>
              <a:t>CACHE;                            --</a:t>
            </a:r>
            <a:r>
              <a:rPr lang="ko-KR" altLang="en-US" dirty="0">
                <a:latin typeface="Consolas" panose="020B0609020204030204" pitchFamily="49" charset="0"/>
              </a:rPr>
              <a:t>메모리에 </a:t>
            </a:r>
            <a:r>
              <a:rPr lang="ko-KR" altLang="en-US" dirty="0" err="1">
                <a:latin typeface="Consolas" panose="020B0609020204030204" pitchFamily="49" charset="0"/>
              </a:rPr>
              <a:t>시퀀스값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미리할당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8FB57E-13F2-4663-8394-B1346913A62D}"/>
              </a:ext>
            </a:extLst>
          </p:cNvPr>
          <p:cNvSpPr/>
          <p:nvPr/>
        </p:nvSpPr>
        <p:spPr>
          <a:xfrm>
            <a:off x="1328256" y="5177431"/>
            <a:ext cx="8805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CREATE TABLE EX_TABLE (BOARD_NUM </a:t>
            </a:r>
            <a:r>
              <a:rPr lang="en-US" altLang="ko-KR">
                <a:latin typeface="Consolas" panose="020B0609020204030204" pitchFamily="49" charset="0"/>
              </a:rPr>
              <a:t>NUMBER(4) </a:t>
            </a:r>
            <a:r>
              <a:rPr lang="en-US" altLang="ko-KR" dirty="0">
                <a:latin typeface="Consolas" panose="020B0609020204030204" pitchFamily="49" charset="0"/>
              </a:rPr>
              <a:t>NOT NULL);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A83137-0918-4BC3-BC2A-491F4FBA83BF}"/>
              </a:ext>
            </a:extLst>
          </p:cNvPr>
          <p:cNvSpPr/>
          <p:nvPr/>
        </p:nvSpPr>
        <p:spPr>
          <a:xfrm>
            <a:off x="1328255" y="5710019"/>
            <a:ext cx="8570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INSERT INTO EX_TABLE(BOARD_NUM) VALUES(EX_SEQ.NEXTVAL);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916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뷰의 기본 테이블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528A30-77ED-44C3-A62B-DA16A67A8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20" y="1758180"/>
            <a:ext cx="8869960" cy="284790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C88BE20-CB78-4FA5-884C-B58701FF445B}"/>
              </a:ext>
            </a:extLst>
          </p:cNvPr>
          <p:cNvCxnSpPr/>
          <p:nvPr/>
        </p:nvCxnSpPr>
        <p:spPr>
          <a:xfrm>
            <a:off x="1853967" y="4907560"/>
            <a:ext cx="39428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19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CURRVAL, NEXTVAL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C408BD-1D41-45AF-8D84-E66E249B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82" y="1938635"/>
            <a:ext cx="9272631" cy="435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7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CURRVAL, NEXTVAL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2E3EA7-B567-40BD-81C2-9FD0A0D7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32" y="1709894"/>
            <a:ext cx="8357114" cy="501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3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C1A72F-2D94-46E9-A255-B84BA522B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2005654"/>
            <a:ext cx="9583024" cy="29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54EA97-B4F7-4479-9E33-F2A5225B2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353" y="1822231"/>
            <a:ext cx="8268140" cy="487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0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 수정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973023-EE3F-4454-B044-C628564B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05" y="1367283"/>
            <a:ext cx="8188597" cy="51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6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시퀀스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CURRVAL, NEXTVAL</a:t>
            </a:r>
          </a:p>
        </p:txBody>
      </p:sp>
    </p:spTree>
    <p:extLst>
      <p:ext uri="{BB962C8B-B14F-4D97-AF65-F5344CB8AC3E}">
        <p14:creationId xmlns:p14="http://schemas.microsoft.com/office/powerpoint/2010/main" val="3973941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D8BD0B-90E3-413A-92A5-4B574B18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59" y="1796535"/>
            <a:ext cx="9401175" cy="95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3617</TotalTime>
  <Words>145</Words>
  <Application>Microsoft Office PowerPoint</Application>
  <PresentationFormat>와이드스크린</PresentationFormat>
  <Paragraphs>47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1067</cp:revision>
  <dcterms:created xsi:type="dcterms:W3CDTF">2014-12-01T08:37:15Z</dcterms:created>
  <dcterms:modified xsi:type="dcterms:W3CDTF">2020-04-15T22:30:17Z</dcterms:modified>
</cp:coreProperties>
</file>