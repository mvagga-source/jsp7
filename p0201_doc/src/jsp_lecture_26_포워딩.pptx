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63" r:id="rId2"/>
    <p:sldId id="282" r:id="rId3"/>
    <p:sldId id="28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3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4449-C531-4B45-A8F0-BC06554877C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ADE76-ADCE-4662-B118-A76299EC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251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071360" y="176272"/>
            <a:ext cx="4509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26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err="1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포워딩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(Forwarding)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7341" y="3500063"/>
            <a:ext cx="4787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26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400" spc="-150" dirty="0" err="1">
                <a:solidFill>
                  <a:srgbClr val="0070C0"/>
                </a:solidFill>
                <a:latin typeface="+mj-ea"/>
                <a:ea typeface="+mj-ea"/>
              </a:rPr>
              <a:t>포워딩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(Forwarding)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err="1" smtClean="0">
                <a:latin typeface="+mn-ea"/>
              </a:rPr>
              <a:t>RequestDispatcher</a:t>
            </a:r>
            <a:r>
              <a:rPr lang="en-US" altLang="ko-KR" sz="1600" b="1" dirty="0" smtClean="0">
                <a:latin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클래스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0972" y="2636703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>
                <a:latin typeface="+mn-ea"/>
              </a:rPr>
              <a:t>RequestDispatcher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클래스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870972" y="2922776"/>
            <a:ext cx="1027732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00906" y="3572275"/>
            <a:ext cx="1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요청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(request </a:t>
            </a:r>
            <a:r>
              <a:rPr lang="ko-KR" altLang="en-US" sz="1200" dirty="0" smtClean="0">
                <a:latin typeface="+mn-ea"/>
              </a:rPr>
              <a:t>객체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302329" y="3398979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클라이언트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err="1" smtClean="0"/>
              <a:t>웹브라우저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77008" y="1116906"/>
            <a:ext cx="1067679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서블릿</a:t>
            </a:r>
            <a:r>
              <a:rPr lang="ko-KR" altLang="en-US" sz="1100" dirty="0" smtClean="0">
                <a:latin typeface="+mn-ea"/>
              </a:rPr>
              <a:t> 또는 </a:t>
            </a:r>
            <a:r>
              <a:rPr lang="en-US" altLang="ko-KR" sz="1100" dirty="0" smtClean="0">
                <a:latin typeface="+mn-ea"/>
              </a:rPr>
              <a:t>JSP</a:t>
            </a:r>
            <a:r>
              <a:rPr lang="ko-KR" altLang="en-US" sz="1100" dirty="0" smtClean="0">
                <a:latin typeface="+mn-ea"/>
              </a:rPr>
              <a:t>에서 요청을 받은 후 다른 </a:t>
            </a:r>
            <a:r>
              <a:rPr lang="ko-KR" altLang="en-US" sz="1100" dirty="0" err="1" smtClean="0">
                <a:latin typeface="+mn-ea"/>
              </a:rPr>
              <a:t>콤포넌트로</a:t>
            </a:r>
            <a:r>
              <a:rPr lang="ko-KR" altLang="en-US" sz="1100" dirty="0" smtClean="0">
                <a:latin typeface="+mn-ea"/>
              </a:rPr>
              <a:t> 요청을 위임 할 수 있습니다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그리고 이러한 위임 방법에는 </a:t>
            </a:r>
            <a:r>
              <a:rPr lang="en-US" altLang="ko-KR" sz="1100" dirty="0" smtClean="0">
                <a:latin typeface="+mn-ea"/>
              </a:rPr>
              <a:t>2</a:t>
            </a:r>
            <a:r>
              <a:rPr lang="ko-KR" altLang="en-US" sz="1100" dirty="0" smtClean="0">
                <a:latin typeface="+mn-ea"/>
              </a:rPr>
              <a:t>개의 클래스를 이용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하나는 </a:t>
            </a:r>
            <a:r>
              <a:rPr lang="en-US" altLang="ko-KR" sz="1100" dirty="0" err="1" smtClean="0">
                <a:latin typeface="+mn-ea"/>
              </a:rPr>
              <a:t>RequestDispatcher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클래스 이고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err="1" smtClean="0">
                <a:latin typeface="+mn-ea"/>
              </a:rPr>
              <a:t>또하나는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err="1" smtClean="0">
                <a:latin typeface="+mn-ea"/>
              </a:rPr>
              <a:t>HttpServletResponse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클래스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endParaRPr lang="en-US" altLang="ko-KR" sz="1100" dirty="0">
              <a:latin typeface="+mn-ea"/>
            </a:endParaRPr>
          </a:p>
          <a:p>
            <a:r>
              <a:rPr lang="en-US" altLang="ko-KR" sz="1100" dirty="0" err="1" smtClean="0">
                <a:latin typeface="+mn-ea"/>
              </a:rPr>
              <a:t>RequestDispatcher</a:t>
            </a:r>
            <a:r>
              <a:rPr lang="ko-KR" altLang="en-US" sz="1100" dirty="0" smtClean="0">
                <a:latin typeface="+mn-ea"/>
              </a:rPr>
              <a:t>클래스의 경우 요청 받은 요청객체</a:t>
            </a:r>
            <a:r>
              <a:rPr lang="en-US" altLang="ko-KR" sz="1100" dirty="0" smtClean="0">
                <a:latin typeface="+mn-ea"/>
              </a:rPr>
              <a:t>(request)</a:t>
            </a:r>
            <a:r>
              <a:rPr lang="ko-KR" altLang="en-US" sz="1100" dirty="0" smtClean="0">
                <a:latin typeface="+mn-ea"/>
              </a:rPr>
              <a:t>를 위임하는 </a:t>
            </a:r>
            <a:r>
              <a:rPr lang="ko-KR" altLang="en-US" sz="1100" dirty="0" err="1" smtClean="0">
                <a:latin typeface="+mn-ea"/>
              </a:rPr>
              <a:t>컴표넌트에</a:t>
            </a:r>
            <a:r>
              <a:rPr lang="ko-KR" altLang="en-US" sz="1100" dirty="0" smtClean="0">
                <a:latin typeface="+mn-ea"/>
              </a:rPr>
              <a:t> 동일하게 전달 할 수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jsp_26_1_ex1_forwardingex)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4992944" y="3398978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요청받은</a:t>
            </a:r>
            <a:endParaRPr lang="en-US" altLang="ko-KR" dirty="0"/>
          </a:p>
          <a:p>
            <a:pPr algn="ctr"/>
            <a:r>
              <a:rPr lang="ko-KR" altLang="en-US" dirty="0" smtClean="0"/>
              <a:t>컴포넌트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8517306" y="3398978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위임받은</a:t>
            </a:r>
            <a:endParaRPr lang="en-US" altLang="ko-KR" dirty="0"/>
          </a:p>
          <a:p>
            <a:pPr algn="ctr"/>
            <a:r>
              <a:rPr lang="ko-KR" altLang="en-US" dirty="0" smtClean="0"/>
              <a:t>컴포넌트</a:t>
            </a:r>
            <a:endParaRPr lang="ko-KR" altLang="en-US" dirty="0"/>
          </a:p>
        </p:txBody>
      </p:sp>
      <p:cxnSp>
        <p:nvCxnSpPr>
          <p:cNvPr id="21" name="직선 화살표 연결선 20"/>
          <p:cNvCxnSpPr>
            <a:stCxn id="8" idx="3"/>
            <a:endCxn id="28" idx="1"/>
          </p:cNvCxnSpPr>
          <p:nvPr/>
        </p:nvCxnSpPr>
        <p:spPr>
          <a:xfrm flipV="1">
            <a:off x="3352800" y="4027052"/>
            <a:ext cx="164014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>
            <a:endCxn id="29" idx="1"/>
          </p:cNvCxnSpPr>
          <p:nvPr/>
        </p:nvCxnSpPr>
        <p:spPr>
          <a:xfrm>
            <a:off x="7043415" y="4027052"/>
            <a:ext cx="14738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08394" y="3572275"/>
            <a:ext cx="1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요청 위임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(request </a:t>
            </a:r>
            <a:r>
              <a:rPr lang="ko-KR" altLang="en-US" sz="1200" dirty="0" smtClean="0">
                <a:latin typeface="+mn-ea"/>
              </a:rPr>
              <a:t>객체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5662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kern="1200" baseline="0" dirty="0" err="1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HttpServletResponse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클래스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0972" y="2128706"/>
            <a:ext cx="9972519" cy="28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>
                <a:latin typeface="+mn-ea"/>
              </a:rPr>
              <a:t>HttpServletResponse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클래스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870972" y="2414779"/>
            <a:ext cx="1027732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64329" y="2925736"/>
            <a:ext cx="1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요청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(request </a:t>
            </a:r>
            <a:r>
              <a:rPr lang="ko-KR" altLang="en-US" sz="1200" dirty="0" smtClean="0">
                <a:latin typeface="+mn-ea"/>
              </a:rPr>
              <a:t>객체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302329" y="2890982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클라이언트</a:t>
            </a:r>
            <a:endParaRPr lang="en-US" altLang="ko-KR" dirty="0" smtClean="0"/>
          </a:p>
          <a:p>
            <a:pPr algn="ctr"/>
            <a:r>
              <a:rPr lang="en-US" altLang="ko-KR" dirty="0" smtClean="0"/>
              <a:t>(</a:t>
            </a:r>
            <a:r>
              <a:rPr lang="ko-KR" altLang="en-US" dirty="0" err="1" smtClean="0"/>
              <a:t>웹브라우저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RequestDispatcher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클래스와 동일하게 요청을 위임하는 클래스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err="1" smtClean="0">
                <a:latin typeface="+mn-ea"/>
              </a:rPr>
              <a:t>RequestDispatcher</a:t>
            </a:r>
            <a:r>
              <a:rPr lang="en-US" altLang="ko-KR" sz="1100" dirty="0" smtClean="0">
                <a:latin typeface="+mn-ea"/>
              </a:rPr>
              <a:t>  </a:t>
            </a:r>
            <a:r>
              <a:rPr lang="ko-KR" altLang="en-US" sz="1100" dirty="0" smtClean="0">
                <a:latin typeface="+mn-ea"/>
              </a:rPr>
              <a:t>클래스와 차이점은 요청 받은 요청객체를 위임 받은 컴포넌트에 전달 하는 것이 아닌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새로운 요청객체를 생성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</a:t>
            </a:r>
            <a:r>
              <a:rPr lang="en-US" altLang="ko-KR" sz="1100" dirty="0" smtClean="0">
                <a:latin typeface="+mn-ea"/>
              </a:rPr>
              <a:t>jsp_26_2_ex1_forwardingex)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018179" y="2890981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요청받은</a:t>
            </a:r>
            <a:endParaRPr lang="en-US" altLang="ko-KR" dirty="0"/>
          </a:p>
          <a:p>
            <a:pPr algn="ctr"/>
            <a:r>
              <a:rPr lang="ko-KR" altLang="en-US" dirty="0" smtClean="0"/>
              <a:t>컴포넌트</a:t>
            </a:r>
            <a:endParaRPr lang="ko-KR" altLang="en-US" dirty="0"/>
          </a:p>
        </p:txBody>
      </p:sp>
      <p:sp>
        <p:nvSpPr>
          <p:cNvPr id="29" name="직사각형 28"/>
          <p:cNvSpPr/>
          <p:nvPr/>
        </p:nvSpPr>
        <p:spPr>
          <a:xfrm>
            <a:off x="1302328" y="4945820"/>
            <a:ext cx="2050471" cy="12561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위임받은</a:t>
            </a:r>
            <a:endParaRPr lang="en-US" altLang="ko-KR" dirty="0"/>
          </a:p>
          <a:p>
            <a:pPr algn="ctr"/>
            <a:r>
              <a:rPr lang="ko-KR" altLang="en-US" dirty="0" smtClean="0"/>
              <a:t>컴포넌트</a:t>
            </a:r>
            <a:endParaRPr lang="ko-KR" altLang="en-US" dirty="0"/>
          </a:p>
        </p:txBody>
      </p:sp>
      <p:cxnSp>
        <p:nvCxnSpPr>
          <p:cNvPr id="21" name="직선 화살표 연결선 20"/>
          <p:cNvCxnSpPr/>
          <p:nvPr/>
        </p:nvCxnSpPr>
        <p:spPr>
          <a:xfrm flipV="1">
            <a:off x="3352800" y="3380514"/>
            <a:ext cx="266537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33629" y="3064278"/>
            <a:ext cx="1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요청 위임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(request </a:t>
            </a:r>
            <a:r>
              <a:rPr lang="ko-KR" altLang="en-US" sz="1200" dirty="0" smtClean="0">
                <a:latin typeface="+mn-ea"/>
              </a:rPr>
              <a:t>객체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3352800" y="3639134"/>
            <a:ext cx="26653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23402" y="3685463"/>
            <a:ext cx="1225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응답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(response </a:t>
            </a:r>
            <a:r>
              <a:rPr lang="ko-KR" altLang="en-US" sz="1200" dirty="0" smtClean="0">
                <a:latin typeface="+mn-ea"/>
              </a:rPr>
              <a:t>객체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1995055" y="4147128"/>
            <a:ext cx="0" cy="798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2669309" y="4147128"/>
            <a:ext cx="0" cy="798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709008" y="4346154"/>
            <a:ext cx="1225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응답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(response </a:t>
            </a:r>
            <a:r>
              <a:rPr lang="ko-KR" altLang="en-US" sz="1200" dirty="0" smtClean="0">
                <a:latin typeface="+mn-ea"/>
              </a:rPr>
              <a:t>객체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11425" y="4338348"/>
            <a:ext cx="11439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>
                <a:latin typeface="+mn-ea"/>
              </a:rPr>
              <a:t>요청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(request </a:t>
            </a:r>
            <a:r>
              <a:rPr lang="ko-KR" altLang="en-US" sz="1200" dirty="0" smtClean="0">
                <a:latin typeface="+mn-ea"/>
              </a:rPr>
              <a:t>객체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4196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4580</TotalTime>
  <Words>160</Words>
  <Application>Microsoft Office PowerPoint</Application>
  <PresentationFormat>와이드스크린</PresentationFormat>
  <Paragraphs>41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1390</cp:revision>
  <dcterms:created xsi:type="dcterms:W3CDTF">2014-12-01T08:37:15Z</dcterms:created>
  <dcterms:modified xsi:type="dcterms:W3CDTF">2023-07-27T07:12:24Z</dcterms:modified>
</cp:coreProperties>
</file>