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81" r:id="rId3"/>
    <p:sldId id="282" r:id="rId4"/>
    <p:sldId id="285" r:id="rId5"/>
    <p:sldId id="283" r:id="rId6"/>
    <p:sldId id="28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14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세션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14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세션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세션이란</a:t>
            </a:r>
            <a:r>
              <a:rPr lang="en-US" altLang="ko-KR" sz="1600" b="1" dirty="0">
                <a:latin typeface="+mn-ea"/>
              </a:rPr>
              <a:t>?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앞에서 </a:t>
            </a:r>
            <a:r>
              <a:rPr lang="ko-KR" altLang="en-US" sz="1100" dirty="0" err="1" smtClean="0">
                <a:latin typeface="+mn-ea"/>
              </a:rPr>
              <a:t>웹브라우저와의</a:t>
            </a:r>
            <a:r>
              <a:rPr lang="ko-KR" altLang="en-US" sz="1100" dirty="0" smtClean="0">
                <a:latin typeface="+mn-ea"/>
              </a:rPr>
              <a:t> 관계를 유지하는 수단으로 쿠키를 살펴봤습니다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세션도 쿠키와 마찬가지로 서버와의 관계를 유지하기 위한 수단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단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쿠키와 달리 클라이언트의 특정 위치에 저장되는 것이 아니라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서버상에 객체로 존재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따라서 세션은 서버에서만 접근이 가능하여 보안이 좋고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저장할 수 있는 데이터에 한계가 없습니다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세션은 한 웹 브라우저마다 한 세션을 생성합니다</a:t>
            </a:r>
            <a:r>
              <a:rPr lang="en-US" altLang="ko-KR" sz="1400" dirty="0" smtClean="0">
                <a:latin typeface="+mn-e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008" y="3203221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세션 문법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77008" y="3550848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7008" y="3559922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세션은 클라이언트의 요청이 발생하면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자동생성 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그리고 </a:t>
            </a:r>
            <a:r>
              <a:rPr lang="en-US" altLang="ko-KR" sz="1100" dirty="0" smtClean="0">
                <a:latin typeface="+mn-ea"/>
              </a:rPr>
              <a:t>session</a:t>
            </a:r>
            <a:r>
              <a:rPr lang="ko-KR" altLang="en-US" sz="1100" dirty="0" smtClean="0">
                <a:latin typeface="+mn-ea"/>
              </a:rPr>
              <a:t>이라는 내부 객체를 지원하여 세션의 속성을 설정 할 수 있습니다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2" y="5155681"/>
            <a:ext cx="25446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 smtClean="0">
                <a:latin typeface="+mn-ea"/>
              </a:rPr>
              <a:t>웹브라우저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71601" y="4467773"/>
            <a:ext cx="2544618" cy="572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 요청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585855" y="4467773"/>
            <a:ext cx="2343863" cy="572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session </a:t>
            </a:r>
            <a:r>
              <a:rPr lang="ko-KR" altLang="en-US" dirty="0" smtClean="0"/>
              <a:t>자동 생성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7599354" y="4467773"/>
            <a:ext cx="3214254" cy="572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Session </a:t>
            </a:r>
            <a:r>
              <a:rPr lang="ko-KR" altLang="en-US" dirty="0" smtClean="0"/>
              <a:t>속성 설정</a:t>
            </a:r>
            <a:endParaRPr lang="ko-KR" altLang="en-US" dirty="0"/>
          </a:p>
        </p:txBody>
      </p:sp>
      <p:cxnSp>
        <p:nvCxnSpPr>
          <p:cNvPr id="19" name="직선 화살표 연결선 18"/>
          <p:cNvCxnSpPr>
            <a:stCxn id="4" idx="3"/>
            <a:endCxn id="16" idx="1"/>
          </p:cNvCxnSpPr>
          <p:nvPr/>
        </p:nvCxnSpPr>
        <p:spPr>
          <a:xfrm>
            <a:off x="3916219" y="4754101"/>
            <a:ext cx="669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6929718" y="4754101"/>
            <a:ext cx="669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99354" y="5155681"/>
            <a:ext cx="32142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session </a:t>
            </a:r>
            <a:r>
              <a:rPr lang="ko-KR" altLang="en-US" sz="1100" dirty="0" smtClean="0">
                <a:latin typeface="+mn-ea"/>
              </a:rPr>
              <a:t>내부 객체의 </a:t>
            </a:r>
            <a:r>
              <a:rPr lang="ko-KR" altLang="en-US" sz="1100" dirty="0" err="1" smtClean="0">
                <a:latin typeface="+mn-ea"/>
              </a:rPr>
              <a:t>메소드</a:t>
            </a:r>
            <a:r>
              <a:rPr lang="ko-KR" altLang="en-US" sz="1100" dirty="0" smtClean="0">
                <a:latin typeface="+mn-ea"/>
              </a:rPr>
              <a:t> 이용</a:t>
            </a:r>
            <a:endParaRPr lang="en-US" altLang="ko-KR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세션 </a:t>
            </a:r>
            <a:r>
              <a:rPr lang="ko-KR" altLang="en-US" sz="1600" b="1" dirty="0">
                <a:latin typeface="+mn-ea"/>
              </a:rPr>
              <a:t>문법</a:t>
            </a:r>
          </a:p>
          <a:p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7008" y="134257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세션 관련 </a:t>
            </a:r>
            <a:r>
              <a:rPr lang="ko-KR" altLang="en-US" sz="1100" dirty="0" err="1" smtClean="0">
                <a:latin typeface="+mn-ea"/>
              </a:rPr>
              <a:t>메소드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30798" y="1572411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0798" y="1577583"/>
            <a:ext cx="1008960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setAttribute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 데이터를 저장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getAttribute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세션에서 데이터를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getAttributeNames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 저장되어 있는 모든 데이터의 이름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err="1" smtClean="0">
                <a:latin typeface="+mn-ea"/>
              </a:rPr>
              <a:t>유니크한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키값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을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getId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자동 생성된 세션의 </a:t>
            </a:r>
            <a:r>
              <a:rPr lang="ko-KR" altLang="en-US" sz="1100" dirty="0" err="1" smtClean="0">
                <a:latin typeface="+mn-ea"/>
              </a:rPr>
              <a:t>유니크한</a:t>
            </a:r>
            <a:r>
              <a:rPr lang="ko-KR" altLang="en-US" sz="1100" dirty="0" smtClean="0">
                <a:latin typeface="+mn-ea"/>
              </a:rPr>
              <a:t> 아이디를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isNew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세션이 최초 생성되었는지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이전에 생성된 세션인지를 구분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getMaxInactiveInterval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세션의 유효시간을 얻습니다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가장 최근 </a:t>
            </a:r>
            <a:r>
              <a:rPr lang="ko-KR" altLang="en-US" sz="1100" b="1" dirty="0" smtClean="0">
                <a:latin typeface="+mn-ea"/>
              </a:rPr>
              <a:t>요청시점을 기준으로 카운트 </a:t>
            </a:r>
            <a:r>
              <a:rPr lang="ko-KR" altLang="en-US" sz="1100" dirty="0" smtClean="0">
                <a:latin typeface="+mn-ea"/>
              </a:rPr>
              <a:t>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(C:\</a:t>
            </a:r>
            <a:r>
              <a:rPr lang="en-US" altLang="ko-KR" sz="1100" dirty="0" smtClean="0">
                <a:latin typeface="+mn-ea"/>
              </a:rPr>
              <a:t>javalec\apache-tomcat-7.0.57\apache-tomcat-7.0.57\conf\web.xml </a:t>
            </a:r>
            <a:r>
              <a:rPr lang="ko-KR" altLang="en-US" sz="1100" dirty="0" smtClean="0">
                <a:latin typeface="+mn-ea"/>
              </a:rPr>
              <a:t>참조</a:t>
            </a:r>
            <a:r>
              <a:rPr lang="en-US" altLang="ko-KR" sz="1100" dirty="0" smtClean="0">
                <a:latin typeface="+mn-ea"/>
              </a:rPr>
              <a:t>)</a:t>
            </a:r>
          </a:p>
          <a:p>
            <a:r>
              <a:rPr lang="en-US" altLang="ko-KR" sz="1100" dirty="0" err="1" smtClean="0">
                <a:latin typeface="+mn-ea"/>
              </a:rPr>
              <a:t>removeAttribute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세션에서 특정 데이터 제거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Invalidate() : </a:t>
            </a:r>
            <a:r>
              <a:rPr lang="ko-KR" altLang="en-US" sz="1100" dirty="0" smtClean="0">
                <a:latin typeface="+mn-ea"/>
              </a:rPr>
              <a:t>세션의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모든 데이터를 삭제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218" y="3614451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세션 예제</a:t>
            </a:r>
            <a:r>
              <a:rPr lang="en-US" altLang="ko-KR" sz="1100" dirty="0">
                <a:latin typeface="+mn-ea"/>
              </a:rPr>
              <a:t>(jsp_14_2_ex1_sessionex)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677008" y="384428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7008" y="3849461"/>
            <a:ext cx="100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s</a:t>
            </a:r>
            <a:r>
              <a:rPr lang="en-US" altLang="ko-KR" sz="1100" dirty="0" smtClean="0">
                <a:latin typeface="+mn-ea"/>
              </a:rPr>
              <a:t>ession </a:t>
            </a:r>
            <a:r>
              <a:rPr lang="ko-KR" altLang="en-US" sz="1100" dirty="0" err="1" smtClean="0">
                <a:latin typeface="+mn-ea"/>
              </a:rPr>
              <a:t>메소드를</a:t>
            </a:r>
            <a:r>
              <a:rPr lang="ko-KR" altLang="en-US" sz="1100" dirty="0" smtClean="0">
                <a:latin typeface="+mn-ea"/>
              </a:rPr>
              <a:t> 이용해서 데이터를 저장 및 삭제해 봅니다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0798" y="4297102"/>
            <a:ext cx="100896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//</a:t>
            </a:r>
            <a:r>
              <a:rPr lang="ko-KR" altLang="en-US" dirty="0" smtClean="0"/>
              <a:t>섹션 추가</a:t>
            </a:r>
            <a:endParaRPr lang="en-US" altLang="ko-KR" dirty="0" smtClean="0"/>
          </a:p>
          <a:p>
            <a:r>
              <a:rPr lang="en-US" altLang="ko-KR" dirty="0" smtClean="0"/>
              <a:t>&lt;%</a:t>
            </a:r>
            <a:endParaRPr lang="en-US" altLang="ko-KR" dirty="0"/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mySessionName</a:t>
            </a:r>
            <a:r>
              <a:rPr lang="en-US" altLang="ko-KR" dirty="0"/>
              <a:t>", "</a:t>
            </a:r>
            <a:r>
              <a:rPr lang="en-US" altLang="ko-KR" dirty="0" err="1"/>
              <a:t>mySessionData</a:t>
            </a:r>
            <a:r>
              <a:rPr lang="en-US" altLang="ko-KR" dirty="0"/>
              <a:t>");</a:t>
            </a:r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myNum</a:t>
            </a:r>
            <a:r>
              <a:rPr lang="en-US" altLang="ko-KR" dirty="0"/>
              <a:t>", 12345);</a:t>
            </a:r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user_id</a:t>
            </a:r>
            <a:r>
              <a:rPr lang="en-US" altLang="ko-KR" dirty="0"/>
              <a:t>", "</a:t>
            </a:r>
            <a:r>
              <a:rPr lang="en-US" altLang="ko-KR" dirty="0" err="1"/>
              <a:t>abcde</a:t>
            </a:r>
            <a:r>
              <a:rPr lang="en-US" altLang="ko-KR" dirty="0"/>
              <a:t>");</a:t>
            </a:r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authuser</a:t>
            </a:r>
            <a:r>
              <a:rPr lang="en-US" altLang="ko-KR" dirty="0"/>
              <a:t>", "</a:t>
            </a:r>
            <a:r>
              <a:rPr lang="en-US" altLang="ko-KR" dirty="0" err="1"/>
              <a:t>abcde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%&gt;</a:t>
            </a:r>
            <a:endParaRPr lang="en-US" altLang="ko-KR" sz="11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324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세션문법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- </a:t>
            </a:r>
            <a:r>
              <a:rPr lang="ko-KR" altLang="en-US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서블릿에서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메소드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사용</a:t>
            </a:r>
            <a:endParaRPr lang="ko-KR" altLang="en-US" sz="1600" b="1" dirty="0">
              <a:latin typeface="+mn-ea"/>
            </a:endParaRPr>
          </a:p>
          <a:p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7008" y="1455460"/>
            <a:ext cx="1008960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+mn-ea"/>
              </a:rPr>
              <a:t>Jsp</a:t>
            </a:r>
            <a:r>
              <a:rPr lang="ko-KR" altLang="en-US" dirty="0" smtClean="0">
                <a:latin typeface="+mn-ea"/>
              </a:rPr>
              <a:t>에서는 </a:t>
            </a:r>
            <a:r>
              <a:rPr lang="en-US" altLang="ko-KR" dirty="0" err="1" smtClean="0">
                <a:latin typeface="+mn-ea"/>
              </a:rPr>
              <a:t>session.setAttribute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메소드</a:t>
            </a:r>
            <a:r>
              <a:rPr lang="ko-KR" altLang="en-US" dirty="0" smtClean="0">
                <a:latin typeface="+mn-ea"/>
              </a:rPr>
              <a:t> 사용</a:t>
            </a:r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Servlet</a:t>
            </a:r>
            <a:r>
              <a:rPr lang="ko-KR" altLang="en-US" dirty="0" smtClean="0">
                <a:latin typeface="+mn-ea"/>
              </a:rPr>
              <a:t>에서는 </a:t>
            </a:r>
            <a:r>
              <a:rPr lang="en-US" altLang="ko-KR" dirty="0" err="1" smtClean="0">
                <a:latin typeface="+mn-ea"/>
              </a:rPr>
              <a:t>HttpSession</a:t>
            </a:r>
            <a:r>
              <a:rPr lang="ko-KR" altLang="en-US" dirty="0" smtClean="0">
                <a:latin typeface="+mn-ea"/>
              </a:rPr>
              <a:t>객체 </a:t>
            </a:r>
            <a:r>
              <a:rPr lang="ko-KR" altLang="en-US" dirty="0" err="1" smtClean="0">
                <a:latin typeface="+mn-ea"/>
              </a:rPr>
              <a:t>생성후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err="1" smtClean="0">
                <a:latin typeface="+mn-ea"/>
              </a:rPr>
              <a:t>setAttribute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메소드</a:t>
            </a:r>
            <a:r>
              <a:rPr lang="ko-KR" altLang="en-US" dirty="0" smtClean="0">
                <a:latin typeface="+mn-ea"/>
              </a:rPr>
              <a:t> 사용 </a:t>
            </a:r>
            <a:endParaRPr lang="en-US" altLang="ko-KR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008" y="2273826"/>
            <a:ext cx="10089604" cy="24214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세션 생성</a:t>
            </a:r>
          </a:p>
          <a:p>
            <a:r>
              <a:rPr lang="en-US" altLang="ko-KR" sz="1600" dirty="0" err="1" smtClean="0"/>
              <a:t>HttpSession</a:t>
            </a:r>
            <a:r>
              <a:rPr lang="en-US" altLang="ko-KR" sz="1600" dirty="0" smtClean="0"/>
              <a:t> </a:t>
            </a:r>
            <a:r>
              <a:rPr lang="en-US" altLang="ko-KR" sz="1600" dirty="0"/>
              <a:t>session = </a:t>
            </a:r>
            <a:r>
              <a:rPr lang="en-US" altLang="ko-KR" sz="1600" dirty="0" err="1"/>
              <a:t>request.getSession</a:t>
            </a:r>
            <a:r>
              <a:rPr lang="en-US" altLang="ko-KR" sz="1600" dirty="0"/>
              <a:t>();</a:t>
            </a:r>
          </a:p>
          <a:p>
            <a:r>
              <a:rPr lang="en-US" altLang="ko-KR" sz="1600" dirty="0" err="1" smtClean="0"/>
              <a:t>session.setAttribute</a:t>
            </a:r>
            <a:r>
              <a:rPr lang="en-US" altLang="ko-KR" sz="1600" dirty="0" smtClean="0"/>
              <a:t>(“</a:t>
            </a:r>
            <a:r>
              <a:rPr lang="en-US" altLang="ko-KR" sz="1600" dirty="0" err="1" smtClean="0"/>
              <a:t>authUser</a:t>
            </a:r>
            <a:r>
              <a:rPr lang="en-US" altLang="ko-KR" sz="1600" dirty="0" smtClean="0"/>
              <a:t>”, “admin");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200" dirty="0"/>
              <a:t>* </a:t>
            </a:r>
            <a:r>
              <a:rPr lang="en-US" altLang="ko-KR" sz="1200" dirty="0" err="1"/>
              <a:t>setAttribute</a:t>
            </a:r>
            <a:r>
              <a:rPr lang="en-US" altLang="ko-KR" sz="1200" dirty="0"/>
              <a:t> </a:t>
            </a:r>
            <a:r>
              <a:rPr lang="ko-KR" altLang="en-US" sz="1200" dirty="0" err="1"/>
              <a:t>메서드는</a:t>
            </a:r>
            <a:r>
              <a:rPr lang="ko-KR" altLang="en-US" sz="1200" dirty="0"/>
              <a:t> 같은 이름의 데이터가 이미 존재하면 새로운 값으로 저장하므로 수정도 같은 방법으로 처리</a:t>
            </a:r>
          </a:p>
          <a:p>
            <a:endParaRPr lang="ko-KR" altLang="en-US" sz="1600" dirty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세션 정보</a:t>
            </a:r>
          </a:p>
          <a:p>
            <a:r>
              <a:rPr lang="en-US" altLang="ko-KR" sz="1600" dirty="0" err="1" smtClean="0"/>
              <a:t>HttpSession</a:t>
            </a:r>
            <a:r>
              <a:rPr lang="en-US" altLang="ko-KR" sz="1600" dirty="0" smtClean="0"/>
              <a:t> </a:t>
            </a:r>
            <a:r>
              <a:rPr lang="en-US" altLang="ko-KR" sz="1600" dirty="0"/>
              <a:t>session = </a:t>
            </a:r>
            <a:r>
              <a:rPr lang="en-US" altLang="ko-KR" sz="1600" dirty="0" err="1"/>
              <a:t>request.getSession</a:t>
            </a:r>
            <a:r>
              <a:rPr lang="en-US" altLang="ko-KR" sz="1600" dirty="0"/>
              <a:t>();</a:t>
            </a:r>
          </a:p>
          <a:p>
            <a:r>
              <a:rPr lang="en-US" altLang="ko-KR" sz="1600" dirty="0" smtClean="0"/>
              <a:t>String </a:t>
            </a:r>
            <a:r>
              <a:rPr lang="en-US" altLang="ko-KR" sz="1600" dirty="0" err="1" smtClean="0"/>
              <a:t>authUser</a:t>
            </a:r>
            <a:r>
              <a:rPr lang="en-US" altLang="ko-KR" sz="1600" dirty="0" smtClean="0"/>
              <a:t> </a:t>
            </a:r>
            <a:r>
              <a:rPr lang="en-US" altLang="ko-KR" sz="1600" dirty="0"/>
              <a:t>= (String) </a:t>
            </a:r>
            <a:r>
              <a:rPr lang="en-US" altLang="ko-KR" sz="1600" dirty="0" err="1"/>
              <a:t>session.getAttribute</a:t>
            </a:r>
            <a:r>
              <a:rPr lang="en-US" altLang="ko-KR" sz="1600" dirty="0" smtClean="0"/>
              <a:t>(“</a:t>
            </a:r>
            <a:r>
              <a:rPr lang="en-US" altLang="ko-KR" sz="1600" dirty="0" err="1" smtClean="0"/>
              <a:t>authUser</a:t>
            </a:r>
            <a:r>
              <a:rPr lang="en-US" altLang="ko-KR" sz="1600" dirty="0" smtClean="0"/>
              <a:t>");</a:t>
            </a:r>
            <a:endParaRPr lang="en-US" altLang="ko-KR" sz="1050" dirty="0" smtClean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008" y="4809773"/>
            <a:ext cx="10089604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- </a:t>
            </a:r>
            <a:r>
              <a:rPr lang="en-US" altLang="ko-KR" sz="1200" dirty="0" smtClean="0"/>
              <a:t>application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 err="1"/>
              <a:t>ServletContext</a:t>
            </a:r>
            <a:r>
              <a:rPr lang="en-US" altLang="ko-KR" sz="1200" dirty="0"/>
              <a:t> application = </a:t>
            </a:r>
            <a:r>
              <a:rPr lang="en-US" altLang="ko-KR" sz="1200" dirty="0" err="1"/>
              <a:t>request.getServletContext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 err="1"/>
              <a:t>application.setAttribute</a:t>
            </a:r>
            <a:r>
              <a:rPr lang="en-US" altLang="ko-KR" sz="1200" dirty="0" smtClean="0"/>
              <a:t>(“</a:t>
            </a:r>
            <a:r>
              <a:rPr lang="en-US" altLang="ko-KR" sz="1200" dirty="0" err="1" smtClean="0"/>
              <a:t>authUser</a:t>
            </a:r>
            <a:r>
              <a:rPr lang="en-US" altLang="ko-KR" sz="1200" dirty="0" smtClean="0"/>
              <a:t>”, “admin");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050" dirty="0"/>
              <a:t>* </a:t>
            </a:r>
            <a:r>
              <a:rPr lang="en-US" altLang="ko-KR" sz="1050" dirty="0" err="1"/>
              <a:t>setAttribute</a:t>
            </a:r>
            <a:r>
              <a:rPr lang="en-US" altLang="ko-KR" sz="1050" dirty="0"/>
              <a:t> </a:t>
            </a:r>
            <a:r>
              <a:rPr lang="ko-KR" altLang="en-US" sz="1050" dirty="0" err="1"/>
              <a:t>메서드는</a:t>
            </a:r>
            <a:r>
              <a:rPr lang="ko-KR" altLang="en-US" sz="1050" dirty="0"/>
              <a:t> 같은 이름의 데이터가 이미 존재하면 새로운 값으로 저장하므로 수정도 같은 방법으로 처리</a:t>
            </a:r>
          </a:p>
          <a:p>
            <a:r>
              <a:rPr lang="en-US" altLang="ko-KR" sz="1200" dirty="0" smtClean="0"/>
              <a:t>- </a:t>
            </a:r>
            <a:r>
              <a:rPr lang="ko-KR" altLang="en-US" sz="1200" dirty="0"/>
              <a:t>세션 정보</a:t>
            </a:r>
          </a:p>
          <a:p>
            <a:r>
              <a:rPr lang="en-US" altLang="ko-KR" sz="1200" dirty="0" err="1"/>
              <a:t>ServletContext</a:t>
            </a:r>
            <a:r>
              <a:rPr lang="en-US" altLang="ko-KR" sz="1200" dirty="0"/>
              <a:t> application = </a:t>
            </a:r>
            <a:r>
              <a:rPr lang="en-US" altLang="ko-KR" sz="1200" dirty="0" err="1"/>
              <a:t>request.getServletContext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 smtClean="0"/>
              <a:t>String </a:t>
            </a:r>
            <a:r>
              <a:rPr lang="en-US" altLang="ko-KR" sz="1200" dirty="0" err="1" smtClean="0"/>
              <a:t>authUser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= (String) </a:t>
            </a:r>
            <a:r>
              <a:rPr lang="en-US" altLang="ko-KR" sz="1200" dirty="0" err="1"/>
              <a:t>application.getAttribute</a:t>
            </a:r>
            <a:r>
              <a:rPr lang="en-US" altLang="ko-KR" sz="1200" dirty="0" smtClean="0"/>
              <a:t>(“</a:t>
            </a:r>
            <a:r>
              <a:rPr lang="en-US" altLang="ko-KR" sz="1200" dirty="0" err="1" smtClean="0"/>
              <a:t>authUser</a:t>
            </a:r>
            <a:r>
              <a:rPr lang="en-US" altLang="ko-KR" sz="1200" dirty="0" smtClean="0"/>
              <a:t>");</a:t>
            </a:r>
            <a:endParaRPr lang="en-US" altLang="ko-KR" sz="9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380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session.getAttributeNames</a:t>
            </a:r>
            <a:r>
              <a:rPr lang="en-US" altLang="ko-KR" sz="1600" b="1" dirty="0" smtClean="0">
                <a:latin typeface="+mn-ea"/>
              </a:rPr>
              <a:t>() </a:t>
            </a:r>
            <a:r>
              <a:rPr lang="ko-KR" altLang="en-US" sz="1600" b="1" dirty="0" smtClean="0">
                <a:latin typeface="+mn-ea"/>
              </a:rPr>
              <a:t>사용법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7008" y="1266861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Enumeration</a:t>
            </a:r>
            <a:r>
              <a:rPr lang="ko-KR" altLang="en-US" sz="1100" dirty="0"/>
              <a:t>은</a:t>
            </a:r>
            <a:r>
              <a:rPr lang="en-US" altLang="ko-KR" sz="1100" dirty="0"/>
              <a:t> Iterator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구버젼</a:t>
            </a:r>
            <a:endParaRPr lang="en-US" altLang="ko-KR" sz="1100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730798" y="1572411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0798" y="2528732"/>
            <a:ext cx="100896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/>
              <a:t>Enumeration </a:t>
            </a:r>
            <a:r>
              <a:rPr lang="en-US" altLang="ko-KR" u="sng" dirty="0" err="1"/>
              <a:t>enumeration</a:t>
            </a:r>
            <a:r>
              <a:rPr lang="en-US" altLang="ko-KR" u="sng" dirty="0"/>
              <a:t> = </a:t>
            </a:r>
            <a:r>
              <a:rPr lang="en-US" altLang="ko-KR" u="sng" dirty="0" err="1"/>
              <a:t>session.getAttributeNames</a:t>
            </a:r>
            <a:r>
              <a:rPr lang="en-US" altLang="ko-KR" u="sng" dirty="0"/>
              <a:t>();</a:t>
            </a:r>
          </a:p>
          <a:p>
            <a:r>
              <a:rPr lang="en-US" altLang="ko-KR" b="1" dirty="0"/>
              <a:t>while(</a:t>
            </a:r>
            <a:r>
              <a:rPr lang="en-US" altLang="ko-KR" b="1" dirty="0" err="1"/>
              <a:t>enumeration.hasMoreElements</a:t>
            </a:r>
            <a:r>
              <a:rPr lang="en-US" altLang="ko-KR" b="1" dirty="0"/>
              <a:t>()){</a:t>
            </a:r>
          </a:p>
          <a:p>
            <a:r>
              <a:rPr lang="en-US" altLang="ko-KR" dirty="0" err="1"/>
              <a:t>sName</a:t>
            </a:r>
            <a:r>
              <a:rPr lang="en-US" altLang="ko-KR" dirty="0"/>
              <a:t> = </a:t>
            </a:r>
            <a:r>
              <a:rPr lang="en-US" altLang="ko-KR" dirty="0" err="1"/>
              <a:t>enumeration.nextElement</a:t>
            </a:r>
            <a:r>
              <a:rPr lang="en-US" altLang="ko-KR" dirty="0"/>
              <a:t>().</a:t>
            </a:r>
            <a:r>
              <a:rPr lang="en-US" altLang="ko-KR" dirty="0" err="1"/>
              <a:t>toString</a:t>
            </a:r>
            <a:r>
              <a:rPr lang="en-US" altLang="ko-KR" dirty="0"/>
              <a:t>();</a:t>
            </a:r>
          </a:p>
          <a:p>
            <a:r>
              <a:rPr lang="en-US" altLang="ko-KR" dirty="0" err="1"/>
              <a:t>sValue</a:t>
            </a:r>
            <a:r>
              <a:rPr lang="en-US" altLang="ko-KR" dirty="0"/>
              <a:t> = </a:t>
            </a:r>
            <a:r>
              <a:rPr lang="en-US" altLang="ko-KR" dirty="0" err="1"/>
              <a:t>session.getAttribute</a:t>
            </a:r>
            <a:r>
              <a:rPr lang="en-US" altLang="ko-KR" dirty="0"/>
              <a:t>(</a:t>
            </a:r>
            <a:r>
              <a:rPr lang="en-US" altLang="ko-KR" dirty="0" err="1"/>
              <a:t>sName</a:t>
            </a:r>
            <a:r>
              <a:rPr lang="en-US" altLang="ko-KR" dirty="0"/>
              <a:t>).</a:t>
            </a:r>
            <a:r>
              <a:rPr lang="en-US" altLang="ko-KR" dirty="0" err="1"/>
              <a:t>toString</a:t>
            </a:r>
            <a:r>
              <a:rPr lang="en-US" altLang="ko-KR" dirty="0"/>
              <a:t>();</a:t>
            </a:r>
          </a:p>
          <a:p>
            <a:r>
              <a:rPr lang="en-US" altLang="ko-KR" dirty="0" err="1"/>
              <a:t>out.println</a:t>
            </a:r>
            <a:r>
              <a:rPr lang="en-US" altLang="ko-KR" dirty="0"/>
              <a:t>("</a:t>
            </a:r>
            <a:r>
              <a:rPr lang="en-US" altLang="ko-KR" dirty="0" err="1"/>
              <a:t>sName</a:t>
            </a:r>
            <a:r>
              <a:rPr lang="en-US" altLang="ko-KR" dirty="0"/>
              <a:t> : " + </a:t>
            </a:r>
            <a:r>
              <a:rPr lang="en-US" altLang="ko-KR" dirty="0" err="1"/>
              <a:t>sName</a:t>
            </a:r>
            <a:r>
              <a:rPr lang="en-US" altLang="ko-KR" dirty="0"/>
              <a:t> + "&lt;</a:t>
            </a:r>
            <a:r>
              <a:rPr lang="en-US" altLang="ko-KR" dirty="0" err="1"/>
              <a:t>br</a:t>
            </a:r>
            <a:r>
              <a:rPr lang="en-US" altLang="ko-KR" dirty="0"/>
              <a:t> /&gt;");</a:t>
            </a:r>
          </a:p>
          <a:p>
            <a:r>
              <a:rPr lang="en-US" altLang="ko-KR" dirty="0" err="1"/>
              <a:t>out.println</a:t>
            </a:r>
            <a:r>
              <a:rPr lang="en-US" altLang="ko-KR" dirty="0"/>
              <a:t>("</a:t>
            </a:r>
            <a:r>
              <a:rPr lang="en-US" altLang="ko-KR" dirty="0" err="1"/>
              <a:t>sValue</a:t>
            </a:r>
            <a:r>
              <a:rPr lang="en-US" altLang="ko-KR" dirty="0"/>
              <a:t> : " + </a:t>
            </a:r>
            <a:r>
              <a:rPr lang="en-US" altLang="ko-KR" dirty="0" err="1"/>
              <a:t>sValue</a:t>
            </a:r>
            <a:r>
              <a:rPr lang="en-US" altLang="ko-KR" dirty="0"/>
              <a:t> + "&lt;</a:t>
            </a:r>
            <a:r>
              <a:rPr lang="en-US" altLang="ko-KR" dirty="0" err="1"/>
              <a:t>br</a:t>
            </a:r>
            <a:r>
              <a:rPr lang="en-US" altLang="ko-KR" dirty="0"/>
              <a:t> /&gt;");</a:t>
            </a:r>
          </a:p>
          <a:p>
            <a:r>
              <a:rPr lang="en-US" altLang="ko-KR" dirty="0"/>
              <a:t>}</a:t>
            </a:r>
            <a:endParaRPr lang="en-US" altLang="ko-KR" sz="1100" dirty="0" smtClean="0">
              <a:latin typeface="+mn-ea"/>
            </a:endParaRPr>
          </a:p>
        </p:txBody>
      </p:sp>
      <p:pic>
        <p:nvPicPr>
          <p:cNvPr id="22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291" y="4795088"/>
            <a:ext cx="6499225" cy="16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730798" y="1693965"/>
            <a:ext cx="10089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 smtClean="0">
                <a:latin typeface="+mn-ea"/>
              </a:rPr>
              <a:t>Session.getAttributeNames</a:t>
            </a:r>
            <a:r>
              <a:rPr lang="en-US" altLang="ko-KR" sz="2000" dirty="0" smtClean="0">
                <a:latin typeface="+mn-ea"/>
              </a:rPr>
              <a:t>()</a:t>
            </a:r>
            <a:r>
              <a:rPr lang="ko-KR" altLang="en-US" sz="2000" dirty="0" smtClean="0">
                <a:latin typeface="+mn-ea"/>
              </a:rPr>
              <a:t>는 </a:t>
            </a:r>
            <a:r>
              <a:rPr lang="en-US" altLang="ko-KR" sz="2000" dirty="0" smtClean="0">
                <a:latin typeface="+mn-ea"/>
              </a:rPr>
              <a:t>Enumeration</a:t>
            </a:r>
            <a:r>
              <a:rPr lang="ko-KR" altLang="en-US" sz="2000" dirty="0" smtClean="0">
                <a:latin typeface="+mn-ea"/>
              </a:rPr>
              <a:t>으로 </a:t>
            </a:r>
            <a:r>
              <a:rPr lang="ko-KR" altLang="en-US" sz="2000" dirty="0" err="1" smtClean="0">
                <a:latin typeface="+mn-ea"/>
              </a:rPr>
              <a:t>리턴값</a:t>
            </a:r>
            <a:r>
              <a:rPr lang="ko-KR" altLang="en-US" sz="2000" dirty="0" smtClean="0">
                <a:latin typeface="+mn-ea"/>
              </a:rPr>
              <a:t> 반환</a:t>
            </a:r>
            <a:r>
              <a:rPr lang="en-US" altLang="ko-KR" sz="2000" dirty="0" smtClean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834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Enumeration / Iterator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164186" y="6314785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3218" y="1207771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Iterator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677008" y="1545673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7008" y="1559158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 smtClean="0"/>
              <a:t>컬렉션에 </a:t>
            </a:r>
            <a:r>
              <a:rPr lang="ko-KR" altLang="en-US" sz="1100" dirty="0"/>
              <a:t>저장된 요소들을 읽어오는 방법을 표준화한 것 </a:t>
            </a:r>
            <a:endParaRPr lang="en-US" altLang="ko-KR" sz="1100" dirty="0" smtClean="0"/>
          </a:p>
          <a:p>
            <a:pPr marL="171450" indent="-171450">
              <a:buFontTx/>
              <a:buChar char="-"/>
            </a:pPr>
            <a:r>
              <a:rPr lang="ko-KR" altLang="en-US" sz="1100" dirty="0"/>
              <a:t>컬렉션에 </a:t>
            </a:r>
            <a:r>
              <a:rPr lang="en-US" altLang="ko-KR" sz="1100" dirty="0"/>
              <a:t>iterator()</a:t>
            </a:r>
            <a:r>
              <a:rPr lang="ko-KR" altLang="en-US" sz="1100" dirty="0"/>
              <a:t>를 호출해서 </a:t>
            </a:r>
            <a:r>
              <a:rPr lang="en-US" altLang="ko-KR" sz="1100" dirty="0"/>
              <a:t>Iterator</a:t>
            </a:r>
            <a:r>
              <a:rPr lang="ko-KR" altLang="en-US" sz="1100" dirty="0"/>
              <a:t>를 구현한 객체를 얻어서 사용</a:t>
            </a:r>
            <a:r>
              <a:rPr lang="en-US" altLang="ko-KR" sz="1100" dirty="0" smtClean="0"/>
              <a:t>.</a:t>
            </a:r>
            <a:endParaRPr lang="en-US" altLang="ko-KR" sz="1100" dirty="0"/>
          </a:p>
        </p:txBody>
      </p:sp>
      <p:pic>
        <p:nvPicPr>
          <p:cNvPr id="12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018" y="2100306"/>
            <a:ext cx="6535737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396" y="4362686"/>
            <a:ext cx="7339013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409" y="4850048"/>
            <a:ext cx="3395662" cy="121285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38"/>
          <p:cNvGrpSpPr>
            <a:grpSpLocks/>
          </p:cNvGrpSpPr>
          <p:nvPr/>
        </p:nvGrpSpPr>
        <p:grpSpPr bwMode="auto">
          <a:xfrm>
            <a:off x="2375859" y="5820011"/>
            <a:ext cx="4308475" cy="806450"/>
            <a:chOff x="774648" y="5838858"/>
            <a:chExt cx="4308534" cy="805998"/>
          </a:xfrm>
        </p:grpSpPr>
        <p:pic>
          <p:nvPicPr>
            <p:cNvPr id="16" name="Picture 23"/>
            <p:cNvPicPr>
              <a:picLocks noChangeAspect="1" noChangeArrowheads="1"/>
            </p:cNvPicPr>
            <p:nvPr/>
          </p:nvPicPr>
          <p:blipFill>
            <a:blip r:embed="rId5"/>
            <a:stretch>
              <a:fillRect/>
            </a:stretch>
          </p:blipFill>
          <p:spPr bwMode="auto">
            <a:xfrm>
              <a:off x="774648" y="5838858"/>
              <a:ext cx="4308534" cy="805998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834669" y="6313527"/>
              <a:ext cx="4176000" cy="288000"/>
            </a:xfrm>
            <a:prstGeom prst="rect">
              <a:avLst/>
            </a:prstGeom>
            <a:noFill/>
            <a:ln w="127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pSp>
        <p:nvGrpSpPr>
          <p:cNvPr id="19" name="그룹 39"/>
          <p:cNvGrpSpPr>
            <a:grpSpLocks/>
          </p:cNvGrpSpPr>
          <p:nvPr/>
        </p:nvGrpSpPr>
        <p:grpSpPr bwMode="auto">
          <a:xfrm>
            <a:off x="6611309" y="6205773"/>
            <a:ext cx="3724275" cy="457200"/>
            <a:chOff x="5083182" y="6184944"/>
            <a:chExt cx="3724326" cy="457200"/>
          </a:xfrm>
        </p:grpSpPr>
        <p:pic>
          <p:nvPicPr>
            <p:cNvPr id="20" name="Picture 1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530863" y="6184944"/>
              <a:ext cx="3276645" cy="457200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sp>
          <p:nvSpPr>
            <p:cNvPr id="21" name="오른쪽 화살표 28"/>
            <p:cNvSpPr>
              <a:spLocks noChangeArrowheads="1"/>
            </p:cNvSpPr>
            <p:nvPr/>
          </p:nvSpPr>
          <p:spPr bwMode="auto">
            <a:xfrm>
              <a:off x="5083182" y="6294483"/>
              <a:ext cx="511182" cy="219078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49263" indent="-449263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 sz="1400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68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3350</TotalTime>
  <Words>456</Words>
  <Application>Microsoft Office PowerPoint</Application>
  <PresentationFormat>와이드스크린</PresentationFormat>
  <Paragraphs>74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견명조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876</cp:revision>
  <dcterms:created xsi:type="dcterms:W3CDTF">2014-12-01T08:37:15Z</dcterms:created>
  <dcterms:modified xsi:type="dcterms:W3CDTF">2023-07-27T06:25:53Z</dcterms:modified>
</cp:coreProperties>
</file>