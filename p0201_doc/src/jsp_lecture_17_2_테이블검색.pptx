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95" r:id="rId3"/>
    <p:sldId id="292" r:id="rId4"/>
    <p:sldId id="293" r:id="rId5"/>
    <p:sldId id="294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오라클 명령어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I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09012" y="3900173"/>
            <a:ext cx="4195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테이블 검색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-TAB /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테이블 컬럼 유형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-DESC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Oracle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 형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(NUMBER,CHAR,DATE,VARCHAR2)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데이터 검색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SELECT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1. </a:t>
            </a:r>
            <a:r>
              <a:rPr lang="ko-KR" altLang="en-US" sz="1600" b="1" dirty="0" smtClean="0">
                <a:latin typeface="+mn-ea"/>
                <a:ea typeface="+mn-ea"/>
              </a:rPr>
              <a:t>테이블 </a:t>
            </a:r>
            <a:r>
              <a:rPr lang="ko-KR" altLang="en-US" sz="1600" b="1" dirty="0">
                <a:latin typeface="+mn-ea"/>
                <a:ea typeface="+mn-ea"/>
              </a:rPr>
              <a:t>검색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19E1F8AD-96F8-4CC9-B935-6150D41258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842" b="44300"/>
          <a:stretch/>
        </p:blipFill>
        <p:spPr>
          <a:xfrm>
            <a:off x="1511300" y="3682767"/>
            <a:ext cx="9002172" cy="9395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A855DE7-5108-44DB-A1F9-8A6D5A0F879C}"/>
              </a:ext>
            </a:extLst>
          </p:cNvPr>
          <p:cNvSpPr txBox="1"/>
          <p:nvPr/>
        </p:nvSpPr>
        <p:spPr>
          <a:xfrm>
            <a:off x="766915" y="2391611"/>
            <a:ext cx="10038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n-ea"/>
              </a:rPr>
              <a:t>현재 사용자가 가지고 있는 테이블을 모두 보여줌</a:t>
            </a:r>
            <a:r>
              <a:rPr lang="en-US" altLang="ko-KR" sz="3200" dirty="0">
                <a:latin typeface="+mn-ea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3168DA0-7F86-4C74-AE4F-2E08DEC40128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* from tab;</a:t>
            </a:r>
          </a:p>
        </p:txBody>
      </p:sp>
    </p:spTree>
    <p:extLst>
      <p:ext uri="{BB962C8B-B14F-4D97-AF65-F5344CB8AC3E}">
        <p14:creationId xmlns:p14="http://schemas.microsoft.com/office/powerpoint/2010/main" val="409777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7456B59-FC40-49D5-A0F5-5802F1849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070" y="1938788"/>
            <a:ext cx="5616758" cy="467917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B1A77FDF-1967-4304-9715-BA31C72E6B62}"/>
              </a:ext>
            </a:extLst>
          </p:cNvPr>
          <p:cNvSpPr/>
          <p:nvPr/>
        </p:nvSpPr>
        <p:spPr>
          <a:xfrm>
            <a:off x="3099070" y="2231472"/>
            <a:ext cx="751477" cy="402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xmlns="" id="{BE370EBF-641D-45BE-A353-EF00DCD4BA75}"/>
              </a:ext>
            </a:extLst>
          </p:cNvPr>
          <p:cNvCxnSpPr>
            <a:cxnSpLocks/>
          </p:cNvCxnSpPr>
          <p:nvPr/>
        </p:nvCxnSpPr>
        <p:spPr>
          <a:xfrm flipH="1">
            <a:off x="1837190" y="2388887"/>
            <a:ext cx="1468072" cy="15539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2FABB05-1832-4CEA-9E8B-BD8310D5F553}"/>
              </a:ext>
            </a:extLst>
          </p:cNvPr>
          <p:cNvSpPr txBox="1"/>
          <p:nvPr/>
        </p:nvSpPr>
        <p:spPr>
          <a:xfrm>
            <a:off x="243280" y="3986747"/>
            <a:ext cx="2653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단축키 </a:t>
            </a:r>
            <a:r>
              <a:rPr lang="en-US" altLang="ko-KR" dirty="0"/>
              <a:t>F9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테이블 형태로 </a:t>
            </a:r>
            <a:r>
              <a:rPr lang="ko-KR" altLang="en-US" dirty="0" err="1"/>
              <a:t>보여짐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xmlns="" id="{120A7CEB-722F-43EB-B8B2-1AE442B73532}"/>
              </a:ext>
            </a:extLst>
          </p:cNvPr>
          <p:cNvCxnSpPr>
            <a:cxnSpLocks/>
          </p:cNvCxnSpPr>
          <p:nvPr/>
        </p:nvCxnSpPr>
        <p:spPr>
          <a:xfrm>
            <a:off x="3665989" y="2411948"/>
            <a:ext cx="5578679" cy="208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23BC5D6-840F-4631-B368-41D5B51E3D93}"/>
              </a:ext>
            </a:extLst>
          </p:cNvPr>
          <p:cNvSpPr txBox="1"/>
          <p:nvPr/>
        </p:nvSpPr>
        <p:spPr>
          <a:xfrm>
            <a:off x="9320168" y="2118769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단축키 </a:t>
            </a:r>
            <a:r>
              <a:rPr lang="en-US" altLang="ko-KR" dirty="0"/>
              <a:t>F5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콘솔 형태로 </a:t>
            </a:r>
            <a:r>
              <a:rPr lang="ko-KR" altLang="en-US" dirty="0" err="1"/>
              <a:t>보여짐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EBCC535C-9440-45BE-8BA6-371CDA4F92D8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1. </a:t>
            </a:r>
            <a:r>
              <a:rPr lang="ko-KR" altLang="en-US" sz="1600" b="1" dirty="0" smtClean="0">
                <a:latin typeface="+mn-ea"/>
                <a:ea typeface="+mn-ea"/>
              </a:rPr>
              <a:t>테이블 </a:t>
            </a:r>
            <a:r>
              <a:rPr lang="ko-KR" altLang="en-US" sz="1600" b="1" dirty="0">
                <a:latin typeface="+mn-ea"/>
                <a:ea typeface="+mn-ea"/>
              </a:rPr>
              <a:t>검색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xmlns="" id="{F186F759-2127-48E4-9595-770698E650B4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D1DB1FE-0AA4-480A-BC4E-EE72786C0995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93B60C3-63D7-4100-9C23-8D961FB1EECA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* from tab;</a:t>
            </a:r>
          </a:p>
        </p:txBody>
      </p:sp>
    </p:spTree>
    <p:extLst>
      <p:ext uri="{BB962C8B-B14F-4D97-AF65-F5344CB8AC3E}">
        <p14:creationId xmlns:p14="http://schemas.microsoft.com/office/powerpoint/2010/main" val="97891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1EBFD40-F08E-43B9-99D4-453F7EC39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" y="2610416"/>
            <a:ext cx="7149802" cy="28981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08B6935F-19B1-4FBA-9E35-1547B414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656" y="3884932"/>
            <a:ext cx="4483436" cy="268004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D3C77AFD-CE0B-43FE-9DE6-458FE5C77505}"/>
              </a:ext>
            </a:extLst>
          </p:cNvPr>
          <p:cNvSpPr/>
          <p:nvPr/>
        </p:nvSpPr>
        <p:spPr>
          <a:xfrm>
            <a:off x="8021549" y="5016616"/>
            <a:ext cx="1181174" cy="692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xmlns="" id="{1C16043A-7296-4081-B614-DEEAB0262D0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8612136" y="3514805"/>
            <a:ext cx="0" cy="150181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25B1E42-17B4-4BC8-B781-0206AF0A3991}"/>
              </a:ext>
            </a:extLst>
          </p:cNvPr>
          <p:cNvSpPr txBox="1"/>
          <p:nvPr/>
        </p:nvSpPr>
        <p:spPr>
          <a:xfrm>
            <a:off x="7989891" y="2794603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클릭시</a:t>
            </a:r>
            <a:r>
              <a:rPr lang="ko-KR" altLang="en-US" dirty="0"/>
              <a:t> 테이블 유형을</a:t>
            </a:r>
            <a:endParaRPr lang="en-US" altLang="ko-KR" dirty="0"/>
          </a:p>
          <a:p>
            <a:r>
              <a:rPr lang="ko-KR" altLang="en-US" dirty="0"/>
              <a:t>볼 수 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1FD3F87-A9FD-4ECC-967A-CC14C84DF9E2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2. </a:t>
            </a:r>
            <a:r>
              <a:rPr lang="ko-KR" altLang="en-US" sz="1600" b="1" dirty="0" smtClean="0">
                <a:latin typeface="+mn-ea"/>
              </a:rPr>
              <a:t>테이블 </a:t>
            </a:r>
            <a:r>
              <a:rPr lang="ko-KR" altLang="en-US" sz="1600" b="1" dirty="0">
                <a:latin typeface="+mn-ea"/>
              </a:rPr>
              <a:t>구조를 살펴보기 위한 </a:t>
            </a:r>
            <a:r>
              <a:rPr lang="en-US" altLang="ko-KR" sz="1600" b="1" dirty="0">
                <a:latin typeface="+mn-ea"/>
              </a:rPr>
              <a:t>DESC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xmlns="" id="{45BA2D86-2B6E-4721-8028-F2B90F16675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936EB68-3D4F-4214-A024-0E218E7E2970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E546A113-0F77-40B0-ABB8-8C7B8959AF0C}"/>
              </a:ext>
            </a:extLst>
          </p:cNvPr>
          <p:cNvSpPr txBox="1"/>
          <p:nvPr/>
        </p:nvSpPr>
        <p:spPr>
          <a:xfrm>
            <a:off x="677008" y="1198006"/>
            <a:ext cx="10676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Desc emp;</a:t>
            </a:r>
          </a:p>
          <a:p>
            <a:endParaRPr lang="en-US" altLang="ko-KR" sz="1600" b="1" dirty="0">
              <a:latin typeface="+mn-ea"/>
            </a:endParaRPr>
          </a:p>
          <a:p>
            <a:r>
              <a:rPr lang="ko-KR" altLang="en-US" sz="1600" b="1" dirty="0">
                <a:latin typeface="+mn-ea"/>
              </a:rPr>
              <a:t>각 필드의 유형을 알아볼 수 있음</a:t>
            </a:r>
            <a:r>
              <a:rPr lang="en-US" altLang="ko-KR" sz="1600" b="1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9950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데이터 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B96C1AD-00BC-41A5-8A65-793ED944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798" y="1768584"/>
            <a:ext cx="8691359" cy="4702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AB47088-FF53-40FB-833E-E7E874471AAA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378183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CADE2CF8-6474-4571-8AA2-A8927BE6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9" y="1920523"/>
            <a:ext cx="9258281" cy="4526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A093A4F-091B-40A7-8FE1-6BA6524CCC9E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데이터 형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xmlns="" id="{2868427F-5B19-4809-912E-154B32937FBF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AB34758-84F6-4535-BADD-DD3893B2B1FF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C82FC2D6-3626-4401-83C5-6C9E163C6DFF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581617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4DA137A-273C-4D9E-A643-74A276539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245" y="1654451"/>
            <a:ext cx="7669495" cy="50670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4485511-C9C9-469D-8649-872C6316E992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데이터 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4FC053C-3686-4C0A-A21F-1F6C25B48109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char</a:t>
            </a:r>
          </a:p>
        </p:txBody>
      </p:sp>
    </p:spTree>
    <p:extLst>
      <p:ext uri="{BB962C8B-B14F-4D97-AF65-F5344CB8AC3E}">
        <p14:creationId xmlns:p14="http://schemas.microsoft.com/office/powerpoint/2010/main" val="293971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2FC31CF-6BB5-48A3-AD23-49B6E8E7D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991" y="1697749"/>
            <a:ext cx="8642018" cy="4929554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3.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데이터 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32D7B1-398F-4D56-A917-E48CEB84C69D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varchar2</a:t>
            </a:r>
          </a:p>
        </p:txBody>
      </p:sp>
    </p:spTree>
    <p:extLst>
      <p:ext uri="{BB962C8B-B14F-4D97-AF65-F5344CB8AC3E}">
        <p14:creationId xmlns:p14="http://schemas.microsoft.com/office/powerpoint/2010/main" val="68980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4. </a:t>
            </a:r>
            <a:r>
              <a:rPr lang="ko-KR" altLang="en-US" sz="1600" b="1" dirty="0" smtClean="0">
                <a:latin typeface="+mn-ea"/>
              </a:rPr>
              <a:t>데이터를 </a:t>
            </a:r>
            <a:r>
              <a:rPr lang="ko-KR" altLang="en-US" sz="1600" b="1" dirty="0">
                <a:latin typeface="+mn-ea"/>
              </a:rPr>
              <a:t>조회하기 위한 </a:t>
            </a:r>
            <a:r>
              <a:rPr lang="en-US" altLang="ko-KR" sz="1600" b="1" dirty="0">
                <a:latin typeface="+mn-ea"/>
              </a:rPr>
              <a:t>select </a:t>
            </a:r>
            <a:r>
              <a:rPr lang="ko-KR" altLang="en-US" sz="1600" b="1" dirty="0">
                <a:latin typeface="+mn-ea"/>
              </a:rPr>
              <a:t>문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E47970A-960F-4C4C-8D9D-FEACDC099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635" y="1653835"/>
            <a:ext cx="7942866" cy="520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9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5. </a:t>
            </a:r>
            <a:r>
              <a:rPr lang="ko-KR" altLang="en-US" sz="1600" b="1" dirty="0" smtClean="0">
                <a:latin typeface="+mn-ea"/>
              </a:rPr>
              <a:t>부서 </a:t>
            </a:r>
            <a:r>
              <a:rPr lang="ko-KR" altLang="en-US" sz="1600" b="1" dirty="0">
                <a:latin typeface="+mn-ea"/>
              </a:rPr>
              <a:t>테이블 검색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32D7B1-398F-4D56-A917-E48CEB84C69D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* from dept;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B194125-B329-44BF-A2B6-5FE7344A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82" y="2288763"/>
            <a:ext cx="9182712" cy="196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8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5. </a:t>
            </a:r>
            <a:r>
              <a:rPr lang="ko-KR" altLang="en-US" sz="1600" b="1" dirty="0" smtClean="0">
                <a:latin typeface="+mn-ea"/>
              </a:rPr>
              <a:t>부서 </a:t>
            </a:r>
            <a:r>
              <a:rPr lang="ko-KR" altLang="en-US" sz="1600" b="1" dirty="0">
                <a:latin typeface="+mn-ea"/>
              </a:rPr>
              <a:t>테이블 검색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32D7B1-398F-4D56-A917-E48CEB84C69D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* from dept;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B194125-B329-44BF-A2B6-5FE7344A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48" y="1776912"/>
            <a:ext cx="8201200" cy="17513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B4C7E15-34A2-4DF8-ADF5-AE3654EF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362" y="4145913"/>
            <a:ext cx="7079827" cy="2575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223D2E6-3C87-4A6F-9387-F0D270860EEB}"/>
              </a:ext>
            </a:extLst>
          </p:cNvPr>
          <p:cNvSpPr txBox="1"/>
          <p:nvPr/>
        </p:nvSpPr>
        <p:spPr>
          <a:xfrm>
            <a:off x="677008" y="3650690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</a:t>
            </a:r>
            <a:r>
              <a:rPr lang="en-US" altLang="ko-KR" sz="1600" b="1" dirty="0" err="1">
                <a:latin typeface="+mn-ea"/>
              </a:rPr>
              <a:t>empno,ename</a:t>
            </a:r>
            <a:r>
              <a:rPr lang="en-US" altLang="ko-KR" sz="1600" b="1" dirty="0">
                <a:latin typeface="+mn-ea"/>
              </a:rPr>
              <a:t> from dept;</a:t>
            </a:r>
          </a:p>
        </p:txBody>
      </p:sp>
    </p:spTree>
    <p:extLst>
      <p:ext uri="{BB962C8B-B14F-4D97-AF65-F5344CB8AC3E}">
        <p14:creationId xmlns:p14="http://schemas.microsoft.com/office/powerpoint/2010/main" val="384636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5. </a:t>
            </a:r>
            <a:r>
              <a:rPr lang="ko-KR" altLang="en-US" sz="1600" b="1" dirty="0" smtClean="0">
                <a:latin typeface="+mn-ea"/>
              </a:rPr>
              <a:t>부서 </a:t>
            </a:r>
            <a:r>
              <a:rPr lang="ko-KR" altLang="en-US" sz="1600" b="1" dirty="0">
                <a:latin typeface="+mn-ea"/>
              </a:rPr>
              <a:t>테이블 검색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32D7B1-398F-4D56-A917-E48CEB84C69D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+mn-ea"/>
              </a:rPr>
              <a:t>실습</a:t>
            </a:r>
            <a:r>
              <a:rPr lang="en-US" altLang="ko-KR" sz="1600" b="1" dirty="0">
                <a:latin typeface="+mn-ea"/>
              </a:rPr>
              <a:t>1.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6ECCBCF-D38D-4621-8A06-37389506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43" y="2067132"/>
            <a:ext cx="10429271" cy="136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70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xmlns="" id="{9D756FE3-C46B-45B4-AA61-20A32E9F8416}"/>
              </a:ext>
            </a:extLst>
          </p:cNvPr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43DB70D-21A2-4E61-A092-7DB9A5C3D9E6}"/>
              </a:ext>
            </a:extLst>
          </p:cNvPr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81451C-387B-43BE-B15C-F0A86133C156}"/>
              </a:ext>
            </a:extLst>
          </p:cNvPr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6. </a:t>
            </a:r>
            <a:r>
              <a:rPr lang="ko-KR" altLang="en-US" sz="1600" b="1" dirty="0" smtClean="0">
                <a:latin typeface="+mn-ea"/>
              </a:rPr>
              <a:t>연산자 </a:t>
            </a:r>
            <a:r>
              <a:rPr lang="ko-KR" altLang="en-US" sz="1600" b="1" dirty="0">
                <a:latin typeface="+mn-ea"/>
              </a:rPr>
              <a:t>사용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632D7B1-398F-4D56-A917-E48CEB84C69D}"/>
              </a:ext>
            </a:extLst>
          </p:cNvPr>
          <p:cNvSpPr txBox="1"/>
          <p:nvPr/>
        </p:nvSpPr>
        <p:spPr>
          <a:xfrm>
            <a:off x="677008" y="1198006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* from dept;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6B194125-B329-44BF-A2B6-5FE7344A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248" y="1776912"/>
            <a:ext cx="8201200" cy="17513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B4C7E15-34A2-4DF8-ADF5-AE3654EF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362" y="4145913"/>
            <a:ext cx="7079827" cy="2575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223D2E6-3C87-4A6F-9387-F0D270860EEB}"/>
              </a:ext>
            </a:extLst>
          </p:cNvPr>
          <p:cNvSpPr txBox="1"/>
          <p:nvPr/>
        </p:nvSpPr>
        <p:spPr>
          <a:xfrm>
            <a:off x="677008" y="3650690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Select </a:t>
            </a:r>
            <a:r>
              <a:rPr lang="en-US" altLang="ko-KR" sz="1600" b="1" dirty="0" err="1">
                <a:latin typeface="+mn-ea"/>
              </a:rPr>
              <a:t>empno,ename</a:t>
            </a:r>
            <a:r>
              <a:rPr lang="en-US" altLang="ko-KR" sz="1600" b="1" dirty="0">
                <a:latin typeface="+mn-ea"/>
              </a:rPr>
              <a:t> from dept;</a:t>
            </a:r>
          </a:p>
        </p:txBody>
      </p:sp>
    </p:spTree>
    <p:extLst>
      <p:ext uri="{BB962C8B-B14F-4D97-AF65-F5344CB8AC3E}">
        <p14:creationId xmlns:p14="http://schemas.microsoft.com/office/powerpoint/2010/main" val="330811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3404</TotalTime>
  <Words>176</Words>
  <Application>Microsoft Office PowerPoint</Application>
  <PresentationFormat>와이드스크린</PresentationFormat>
  <Paragraphs>50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1041</cp:revision>
  <dcterms:created xsi:type="dcterms:W3CDTF">2014-12-01T08:37:15Z</dcterms:created>
  <dcterms:modified xsi:type="dcterms:W3CDTF">2023-07-27T06:30:40Z</dcterms:modified>
</cp:coreProperties>
</file>