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3" r:id="rId2"/>
    <p:sldId id="283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3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44449-C531-4B45-A8F0-BC06554877CA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ADE76-ADCE-4662-B118-A76299EC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51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21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회원 인증 프로그래밍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21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회원 인증 프로그래밍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회원 인증 프로그래밍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지금까지 살펴본 </a:t>
            </a:r>
            <a:r>
              <a:rPr lang="en-US" altLang="ko-KR" sz="1100" dirty="0" smtClean="0">
                <a:latin typeface="+mn-ea"/>
              </a:rPr>
              <a:t>JSP </a:t>
            </a:r>
            <a:r>
              <a:rPr lang="ko-KR" altLang="en-US" sz="1100" dirty="0" smtClean="0">
                <a:latin typeface="+mn-ea"/>
              </a:rPr>
              <a:t>및 </a:t>
            </a:r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관련 기능들을 가지고 회원 인증 프로그래밍을 만들어 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jsp_21_1_ex1_memberex)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450" y="1754159"/>
            <a:ext cx="17394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전체적인 흐름도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274344" y="5976633"/>
            <a:ext cx="2222557" cy="650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+mn-ea"/>
              </a:rPr>
              <a:t>DAO</a:t>
            </a:r>
          </a:p>
          <a:p>
            <a:pPr algn="ctr"/>
            <a:r>
              <a:rPr lang="en-US" altLang="ko-KR" sz="1200" smtClean="0">
                <a:latin typeface="+mn-ea"/>
              </a:rPr>
              <a:t>MemberDao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733605" y="3202041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join.jsp</a:t>
            </a:r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4733606" y="2218440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Do_Join</a:t>
            </a:r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7274344" y="2218440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joinResult.jsp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9131240" y="4216698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login.jsp</a:t>
            </a:r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9131240" y="5111632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Do_logIn</a:t>
            </a:r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766827" y="4216698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update.jsp</a:t>
            </a:r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766827" y="5113031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Do_update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4733605" y="5479782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logout.jsp</a:t>
            </a:r>
            <a:endParaRPr lang="ko-KR" altLang="en-US" dirty="0"/>
          </a:p>
        </p:txBody>
      </p:sp>
      <p:sp>
        <p:nvSpPr>
          <p:cNvPr id="40" name="직사각형 39"/>
          <p:cNvSpPr/>
          <p:nvPr/>
        </p:nvSpPr>
        <p:spPr>
          <a:xfrm>
            <a:off x="4733606" y="4216699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index.jsp</a:t>
            </a:r>
            <a:endParaRPr lang="ko-KR" altLang="en-US" dirty="0"/>
          </a:p>
        </p:txBody>
      </p:sp>
      <p:cxnSp>
        <p:nvCxnSpPr>
          <p:cNvPr id="41" name="꺾인 연결선 40"/>
          <p:cNvCxnSpPr>
            <a:stCxn id="40" idx="0"/>
            <a:endCxn id="28" idx="2"/>
          </p:cNvCxnSpPr>
          <p:nvPr/>
        </p:nvCxnSpPr>
        <p:spPr>
          <a:xfrm rot="16200000" flipV="1">
            <a:off x="5585982" y="3957795"/>
            <a:ext cx="517807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28" idx="0"/>
            <a:endCxn id="30" idx="2"/>
          </p:cNvCxnSpPr>
          <p:nvPr/>
        </p:nvCxnSpPr>
        <p:spPr>
          <a:xfrm flipV="1">
            <a:off x="5844884" y="2715291"/>
            <a:ext cx="1" cy="486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>
            <a:stCxn id="30" idx="3"/>
            <a:endCxn id="31" idx="1"/>
          </p:cNvCxnSpPr>
          <p:nvPr/>
        </p:nvCxnSpPr>
        <p:spPr>
          <a:xfrm>
            <a:off x="6956163" y="2466866"/>
            <a:ext cx="3181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31" idx="2"/>
            <a:endCxn id="40" idx="0"/>
          </p:cNvCxnSpPr>
          <p:nvPr/>
        </p:nvCxnSpPr>
        <p:spPr>
          <a:xfrm rot="5400000">
            <a:off x="6364550" y="2195626"/>
            <a:ext cx="1501408" cy="2540738"/>
          </a:xfrm>
          <a:prstGeom prst="bentConnector3">
            <a:avLst>
              <a:gd name="adj1" fmla="val 831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stCxn id="40" idx="3"/>
            <a:endCxn id="40" idx="3"/>
          </p:cNvCxnSpPr>
          <p:nvPr/>
        </p:nvCxnSpPr>
        <p:spPr>
          <a:xfrm>
            <a:off x="6956163" y="4465125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40" idx="3"/>
            <a:endCxn id="40" idx="3"/>
          </p:cNvCxnSpPr>
          <p:nvPr/>
        </p:nvCxnSpPr>
        <p:spPr>
          <a:xfrm>
            <a:off x="6956163" y="4465125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40" idx="3"/>
            <a:endCxn id="32" idx="1"/>
          </p:cNvCxnSpPr>
          <p:nvPr/>
        </p:nvCxnSpPr>
        <p:spPr>
          <a:xfrm flipV="1">
            <a:off x="6956163" y="4465124"/>
            <a:ext cx="217507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32" idx="2"/>
            <a:endCxn id="33" idx="0"/>
          </p:cNvCxnSpPr>
          <p:nvPr/>
        </p:nvCxnSpPr>
        <p:spPr>
          <a:xfrm>
            <a:off x="10242519" y="4713549"/>
            <a:ext cx="0" cy="398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33" idx="1"/>
            <a:endCxn id="40" idx="3"/>
          </p:cNvCxnSpPr>
          <p:nvPr/>
        </p:nvCxnSpPr>
        <p:spPr>
          <a:xfrm rot="10800000">
            <a:off x="6956164" y="4465126"/>
            <a:ext cx="2175077" cy="8949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40" idx="1"/>
            <a:endCxn id="34" idx="3"/>
          </p:cNvCxnSpPr>
          <p:nvPr/>
        </p:nvCxnSpPr>
        <p:spPr>
          <a:xfrm flipH="1" flipV="1">
            <a:off x="2989384" y="4465124"/>
            <a:ext cx="174422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stCxn id="34" idx="2"/>
            <a:endCxn id="35" idx="0"/>
          </p:cNvCxnSpPr>
          <p:nvPr/>
        </p:nvCxnSpPr>
        <p:spPr>
          <a:xfrm>
            <a:off x="1878106" y="4713549"/>
            <a:ext cx="0" cy="399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35" idx="3"/>
            <a:endCxn id="40" idx="1"/>
          </p:cNvCxnSpPr>
          <p:nvPr/>
        </p:nvCxnSpPr>
        <p:spPr>
          <a:xfrm flipV="1">
            <a:off x="2989384" y="4465125"/>
            <a:ext cx="1744222" cy="8963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stCxn id="40" idx="2"/>
            <a:endCxn id="37" idx="0"/>
          </p:cNvCxnSpPr>
          <p:nvPr/>
        </p:nvCxnSpPr>
        <p:spPr>
          <a:xfrm flipH="1">
            <a:off x="5844884" y="4713550"/>
            <a:ext cx="1" cy="766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66827" y="3773129"/>
            <a:ext cx="2396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회원정보수정</a:t>
            </a:r>
            <a:r>
              <a:rPr lang="en-US" altLang="ko-KR" dirty="0" smtClean="0"/>
              <a:t>-update</a:t>
            </a:r>
            <a:endParaRPr lang="ko-KR" alt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5290885" y="610079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로그아웃</a:t>
            </a:r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4953036" y="1730112"/>
            <a:ext cx="178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회원가입</a:t>
            </a:r>
            <a:r>
              <a:rPr lang="en-US" altLang="ko-KR" dirty="0" smtClean="0"/>
              <a:t>-insert</a:t>
            </a:r>
            <a:endParaRPr lang="ko-KR" alt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9218752" y="3195944"/>
            <a:ext cx="21034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로</a:t>
            </a:r>
            <a:r>
              <a:rPr lang="ko-KR" altLang="en-US" b="1" dirty="0">
                <a:solidFill>
                  <a:srgbClr val="FF0000"/>
                </a:solidFill>
              </a:rPr>
              <a:t>그</a:t>
            </a:r>
            <a:r>
              <a:rPr lang="ko-KR" altLang="en-US" b="1" dirty="0" smtClean="0">
                <a:solidFill>
                  <a:srgbClr val="FF0000"/>
                </a:solidFill>
              </a:rPr>
              <a:t>인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en-US" altLang="ko-KR" b="1" dirty="0" err="1" smtClean="0">
                <a:solidFill>
                  <a:srgbClr val="FF0000"/>
                </a:solidFill>
              </a:rPr>
              <a:t>index.jsp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섹션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존재시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바로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Main.jsp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60" name="꺾인 연결선 59"/>
          <p:cNvCxnSpPr>
            <a:stCxn id="35" idx="3"/>
            <a:endCxn id="17" idx="0"/>
          </p:cNvCxnSpPr>
          <p:nvPr/>
        </p:nvCxnSpPr>
        <p:spPr>
          <a:xfrm>
            <a:off x="2989384" y="5361457"/>
            <a:ext cx="5396239" cy="615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>
            <a:stCxn id="30" idx="2"/>
            <a:endCxn id="17" idx="0"/>
          </p:cNvCxnSpPr>
          <p:nvPr/>
        </p:nvCxnSpPr>
        <p:spPr>
          <a:xfrm rot="16200000" flipH="1">
            <a:off x="5484583" y="3075593"/>
            <a:ext cx="3261342" cy="2540738"/>
          </a:xfrm>
          <a:prstGeom prst="bentConnector3">
            <a:avLst>
              <a:gd name="adj1" fmla="val 90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982200" y="5691516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Select – 1</a:t>
            </a:r>
            <a:r>
              <a:rPr lang="ko-KR" altLang="en-US" dirty="0" smtClean="0"/>
              <a:t>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486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4731</TotalTime>
  <Words>61</Words>
  <Application>Microsoft Office PowerPoint</Application>
  <PresentationFormat>와이드스크린</PresentationFormat>
  <Paragraphs>24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KOREAVC Professor</cp:lastModifiedBy>
  <cp:revision>1217</cp:revision>
  <dcterms:created xsi:type="dcterms:W3CDTF">2014-12-01T08:37:15Z</dcterms:created>
  <dcterms:modified xsi:type="dcterms:W3CDTF">2023-11-14T00:47:38Z</dcterms:modified>
</cp:coreProperties>
</file>