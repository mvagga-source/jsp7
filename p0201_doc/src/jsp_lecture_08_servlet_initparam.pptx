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80" r:id="rId3"/>
    <p:sldId id="274" r:id="rId4"/>
    <p:sldId id="281" r:id="rId5"/>
    <p:sldId id="282" r:id="rId6"/>
    <p:sldId id="284" r:id="rId7"/>
    <p:sldId id="28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8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Servlet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-IV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5664" y="3500063"/>
            <a:ext cx="484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8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Servlet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본격적으로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살펴보기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-IV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서블릿</a:t>
            </a:r>
            <a:r>
              <a:rPr lang="ko-KR" altLang="en-US" sz="1600" b="1" dirty="0">
                <a:latin typeface="+mn-ea"/>
              </a:rPr>
              <a:t> 초기화 </a:t>
            </a:r>
            <a:r>
              <a:rPr lang="ko-KR" altLang="en-US" sz="1600" b="1" dirty="0" err="1">
                <a:latin typeface="+mn-ea"/>
              </a:rPr>
              <a:t>파라미터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ServletConfig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특정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이 생성될 때 초기에 필요한 데이터들이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예를 들어 특정 경로 및 아이디 정보 등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이러한 데이터들을 초기화 </a:t>
            </a:r>
            <a:r>
              <a:rPr lang="ko-KR" altLang="en-US" sz="1100" dirty="0" err="1" smtClean="0">
                <a:latin typeface="+mn-ea"/>
              </a:rPr>
              <a:t>파라미터라고</a:t>
            </a:r>
            <a:r>
              <a:rPr lang="ko-KR" altLang="en-US" sz="1100" dirty="0" smtClean="0">
                <a:latin typeface="+mn-ea"/>
              </a:rPr>
              <a:t> 하며</a:t>
            </a:r>
            <a:r>
              <a:rPr lang="en-US" altLang="ko-KR" sz="1100" dirty="0" smtClean="0">
                <a:latin typeface="+mn-ea"/>
              </a:rPr>
              <a:t>, web.xml</a:t>
            </a:r>
            <a:r>
              <a:rPr lang="ko-KR" altLang="en-US" sz="1100" dirty="0" smtClean="0">
                <a:latin typeface="+mn-ea"/>
              </a:rPr>
              <a:t>에 기술하고</a:t>
            </a:r>
            <a:r>
              <a:rPr lang="en-US" altLang="ko-KR" sz="1100" dirty="0" smtClean="0">
                <a:latin typeface="+mn-ea"/>
              </a:rPr>
              <a:t> Servlet</a:t>
            </a:r>
            <a:r>
              <a:rPr lang="ko-KR" altLang="en-US" sz="1100" dirty="0" smtClean="0">
                <a:latin typeface="+mn-ea"/>
              </a:rPr>
              <a:t>파일에서는 </a:t>
            </a:r>
            <a:r>
              <a:rPr lang="en-US" altLang="ko-KR" sz="1100" dirty="0" err="1" smtClean="0">
                <a:latin typeface="+mn-ea"/>
              </a:rPr>
              <a:t>ServletConfig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클래스를 이용해서 접근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사용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또한 초기화 </a:t>
            </a:r>
            <a:r>
              <a:rPr lang="ko-KR" altLang="en-US" sz="1100" dirty="0" err="1" smtClean="0">
                <a:latin typeface="+mn-ea"/>
              </a:rPr>
              <a:t>파라미터를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web.xml</a:t>
            </a:r>
            <a:r>
              <a:rPr lang="ko-KR" altLang="en-US" sz="1100" dirty="0" smtClean="0">
                <a:latin typeface="+mn-ea"/>
              </a:rPr>
              <a:t>이 아닌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파일에 직접 기술하는 방법도 살펴 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jsp_8_1_ex1_initparamex)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212706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web.xml</a:t>
            </a:r>
            <a:r>
              <a:rPr lang="ko-KR" altLang="en-US" sz="1100" dirty="0" smtClean="0">
                <a:latin typeface="+mn-ea"/>
              </a:rPr>
              <a:t>파일에 초기화 </a:t>
            </a:r>
            <a:r>
              <a:rPr lang="ko-KR" altLang="en-US" sz="1100" dirty="0" err="1" smtClean="0">
                <a:latin typeface="+mn-ea"/>
              </a:rPr>
              <a:t>파라미터</a:t>
            </a:r>
            <a:r>
              <a:rPr lang="en-US" altLang="ko-KR" sz="1100" dirty="0" smtClean="0">
                <a:latin typeface="+mn-ea"/>
              </a:rPr>
              <a:t>(Initialization Parameter)</a:t>
            </a:r>
            <a:r>
              <a:rPr lang="ko-KR" altLang="en-US" sz="1100" dirty="0" smtClean="0">
                <a:latin typeface="+mn-ea"/>
              </a:rPr>
              <a:t> 기술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238054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474452" y="2819895"/>
            <a:ext cx="2223293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클래스 제작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566800" y="3888612"/>
            <a:ext cx="4038600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web.xml</a:t>
            </a:r>
            <a:r>
              <a:rPr lang="ko-KR" altLang="en-US" dirty="0" smtClean="0">
                <a:latin typeface="+mn-ea"/>
              </a:rPr>
              <a:t>파일에 초기화 </a:t>
            </a:r>
            <a:r>
              <a:rPr lang="ko-KR" altLang="en-US" dirty="0" err="1" smtClean="0">
                <a:latin typeface="+mn-ea"/>
              </a:rPr>
              <a:t>파라미터</a:t>
            </a:r>
            <a:r>
              <a:rPr lang="ko-KR" altLang="en-US" dirty="0" smtClean="0">
                <a:latin typeface="+mn-ea"/>
              </a:rPr>
              <a:t> 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843757" y="5933417"/>
            <a:ext cx="3484684" cy="776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+mn-ea"/>
              </a:rPr>
              <a:t>ServletConfig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이용해서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데이터 불러오기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344" y="2547369"/>
            <a:ext cx="3506575" cy="333482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305" y="6018780"/>
            <a:ext cx="2487521" cy="606136"/>
          </a:xfrm>
          <a:prstGeom prst="rect">
            <a:avLst/>
          </a:prstGeom>
        </p:spPr>
      </p:pic>
      <p:cxnSp>
        <p:nvCxnSpPr>
          <p:cNvPr id="12" name="직선 화살표 연결선 11"/>
          <p:cNvCxnSpPr>
            <a:stCxn id="16" idx="2"/>
            <a:endCxn id="17" idx="0"/>
          </p:cNvCxnSpPr>
          <p:nvPr/>
        </p:nvCxnSpPr>
        <p:spPr>
          <a:xfrm>
            <a:off x="2586099" y="3336338"/>
            <a:ext cx="1" cy="552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586098" y="4395490"/>
            <a:ext cx="0" cy="1486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4990305" y="3147497"/>
            <a:ext cx="3432726" cy="17994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4990305" y="6004052"/>
            <a:ext cx="2418999" cy="5856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9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756" y="3496294"/>
            <a:ext cx="6089988" cy="2790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서블릿</a:t>
            </a:r>
            <a:r>
              <a:rPr lang="ko-KR" altLang="en-US" sz="1600" b="1" dirty="0">
                <a:latin typeface="+mn-ea"/>
              </a:rPr>
              <a:t> 초기화 </a:t>
            </a:r>
            <a:r>
              <a:rPr lang="ko-KR" altLang="en-US" sz="1600" b="1" dirty="0" err="1">
                <a:latin typeface="+mn-ea"/>
              </a:rPr>
              <a:t>파라미터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ServletConfig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37402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파일에 초기화 </a:t>
            </a:r>
            <a:r>
              <a:rPr lang="ko-KR" altLang="en-US" sz="1100" dirty="0" err="1" smtClean="0">
                <a:latin typeface="+mn-ea"/>
              </a:rPr>
              <a:t>파라미터</a:t>
            </a:r>
            <a:r>
              <a:rPr lang="en-US" altLang="ko-KR" sz="1100" dirty="0" smtClean="0">
                <a:latin typeface="+mn-ea"/>
              </a:rPr>
              <a:t>(Initialization Parameter)</a:t>
            </a:r>
            <a:r>
              <a:rPr lang="ko-KR" altLang="en-US" sz="1100" dirty="0" smtClean="0">
                <a:latin typeface="+mn-ea"/>
              </a:rPr>
              <a:t> 기술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162750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474452" y="2299939"/>
            <a:ext cx="2223293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클래스 제작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286871" y="3368656"/>
            <a:ext cx="4554070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@</a:t>
            </a:r>
            <a:r>
              <a:rPr lang="en-US" altLang="ko-KR" dirty="0" err="1" smtClean="0">
                <a:latin typeface="+mn-ea"/>
              </a:rPr>
              <a:t>WebInitParam</a:t>
            </a:r>
            <a:r>
              <a:rPr lang="ko-KR" altLang="en-US" dirty="0" smtClean="0">
                <a:latin typeface="+mn-ea"/>
              </a:rPr>
              <a:t>에 초기화 </a:t>
            </a:r>
            <a:r>
              <a:rPr lang="ko-KR" altLang="en-US" dirty="0" err="1" smtClean="0">
                <a:latin typeface="+mn-ea"/>
              </a:rPr>
              <a:t>파라미터</a:t>
            </a:r>
            <a:r>
              <a:rPr lang="ko-KR" altLang="en-US" dirty="0" smtClean="0">
                <a:latin typeface="+mn-ea"/>
              </a:rPr>
              <a:t> 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843757" y="4437373"/>
            <a:ext cx="3484684" cy="776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+mn-ea"/>
              </a:rPr>
              <a:t>ServletConfig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이용해서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데이터 불러오기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305" y="4455303"/>
            <a:ext cx="2487521" cy="606136"/>
          </a:xfrm>
          <a:prstGeom prst="rect">
            <a:avLst/>
          </a:prstGeom>
        </p:spPr>
      </p:pic>
      <p:cxnSp>
        <p:nvCxnSpPr>
          <p:cNvPr id="12" name="직선 화살표 연결선 11"/>
          <p:cNvCxnSpPr>
            <a:stCxn id="16" idx="2"/>
            <a:endCxn id="17" idx="0"/>
          </p:cNvCxnSpPr>
          <p:nvPr/>
        </p:nvCxnSpPr>
        <p:spPr>
          <a:xfrm flipH="1">
            <a:off x="2563906" y="2816382"/>
            <a:ext cx="22193" cy="552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586098" y="3875534"/>
            <a:ext cx="1" cy="552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4990305" y="3407472"/>
            <a:ext cx="6296260" cy="4563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4990305" y="4440575"/>
            <a:ext cx="2418999" cy="5856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07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060" y="6030842"/>
            <a:ext cx="3550227" cy="5589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060" y="3225439"/>
            <a:ext cx="3697432" cy="22427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데이터 </a:t>
            </a:r>
            <a:r>
              <a:rPr lang="ko-KR" altLang="en-US" sz="1600" b="1" dirty="0">
                <a:latin typeface="+mn-ea"/>
              </a:rPr>
              <a:t>공유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ServletContext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여러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에서 특정 데이터를 공유해야 할 경우 </a:t>
            </a:r>
            <a:r>
              <a:rPr lang="en-US" altLang="ko-KR" sz="1100" dirty="0" smtClean="0">
                <a:latin typeface="+mn-ea"/>
              </a:rPr>
              <a:t>context parameter</a:t>
            </a:r>
            <a:r>
              <a:rPr lang="ko-KR" altLang="en-US" sz="1100" dirty="0" smtClean="0">
                <a:latin typeface="+mn-ea"/>
              </a:rPr>
              <a:t>를 이용해서 </a:t>
            </a:r>
            <a:r>
              <a:rPr lang="en-US" altLang="ko-KR" sz="1100" dirty="0" smtClean="0">
                <a:latin typeface="+mn-ea"/>
              </a:rPr>
              <a:t>web.xml</a:t>
            </a:r>
            <a:r>
              <a:rPr lang="ko-KR" altLang="en-US" sz="1100" dirty="0" smtClean="0">
                <a:latin typeface="+mn-ea"/>
              </a:rPr>
              <a:t>에 데이터를 기술하고</a:t>
            </a:r>
            <a:r>
              <a:rPr lang="en-US" altLang="ko-KR" sz="1100" dirty="0" smtClean="0">
                <a:latin typeface="+mn-ea"/>
              </a:rPr>
              <a:t>, Servlet</a:t>
            </a:r>
            <a:r>
              <a:rPr lang="ko-KR" altLang="en-US" sz="1100" dirty="0" smtClean="0">
                <a:latin typeface="+mn-ea"/>
              </a:rPr>
              <a:t>에서 공유하면서 사용 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(jsp_8_2_ex1_contextparamex</a:t>
            </a:r>
            <a:r>
              <a:rPr lang="en-US" altLang="ko-KR" sz="1100" dirty="0">
                <a:latin typeface="+mn-ea"/>
              </a:rPr>
              <a:t>)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7008" y="212706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web.xml</a:t>
            </a:r>
            <a:r>
              <a:rPr lang="ko-KR" altLang="en-US" sz="1100" dirty="0" smtClean="0">
                <a:latin typeface="+mn-ea"/>
              </a:rPr>
              <a:t>파일에</a:t>
            </a:r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context parameter</a:t>
            </a:r>
            <a:r>
              <a:rPr lang="ko-KR" altLang="en-US" sz="1100" dirty="0" smtClean="0">
                <a:latin typeface="+mn-ea"/>
              </a:rPr>
              <a:t> 기술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238054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474452" y="2819895"/>
            <a:ext cx="2223293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클래스 제작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58589" y="3888612"/>
            <a:ext cx="4455458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web.xml</a:t>
            </a:r>
            <a:r>
              <a:rPr lang="ko-KR" altLang="en-US" dirty="0" smtClean="0">
                <a:latin typeface="+mn-ea"/>
              </a:rPr>
              <a:t>파일에 </a:t>
            </a:r>
            <a:r>
              <a:rPr lang="en-US" altLang="ko-KR" dirty="0" smtClean="0">
                <a:latin typeface="+mn-ea"/>
              </a:rPr>
              <a:t>context parameter </a:t>
            </a:r>
            <a:r>
              <a:rPr lang="ko-KR" altLang="en-US" dirty="0" smtClean="0">
                <a:latin typeface="+mn-ea"/>
              </a:rPr>
              <a:t>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843757" y="5933417"/>
            <a:ext cx="3484684" cy="776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+mn-ea"/>
              </a:rPr>
              <a:t>ServletContext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이용해서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데이터 불러오기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16" idx="2"/>
            <a:endCxn id="17" idx="0"/>
          </p:cNvCxnSpPr>
          <p:nvPr/>
        </p:nvCxnSpPr>
        <p:spPr>
          <a:xfrm>
            <a:off x="2586099" y="3336338"/>
            <a:ext cx="219" cy="552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586098" y="4395490"/>
            <a:ext cx="0" cy="1486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4990305" y="3147497"/>
            <a:ext cx="3839930" cy="23837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4990305" y="6004052"/>
            <a:ext cx="3839930" cy="5856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82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589" y="2524462"/>
            <a:ext cx="3671168" cy="258341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웹어플리케이션</a:t>
            </a:r>
            <a:r>
              <a:rPr lang="ko-KR" altLang="en-US" sz="1600" b="1" dirty="0">
                <a:latin typeface="+mn-ea"/>
              </a:rPr>
              <a:t> 감시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ServletContextListener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웹어플리케이션의</a:t>
            </a:r>
            <a:r>
              <a:rPr lang="ko-KR" altLang="en-US" sz="1100" dirty="0" smtClean="0">
                <a:latin typeface="+mn-ea"/>
              </a:rPr>
              <a:t> 생명주기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 err="1" smtClean="0">
                <a:latin typeface="+mn-ea"/>
              </a:rPr>
              <a:t>LifeCycle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를 감시하는 </a:t>
            </a:r>
            <a:r>
              <a:rPr lang="ko-KR" altLang="en-US" sz="1100" dirty="0" err="1" smtClean="0">
                <a:latin typeface="+mn-ea"/>
              </a:rPr>
              <a:t>리스너</a:t>
            </a:r>
            <a:r>
              <a:rPr lang="en-US" altLang="ko-KR" sz="1100" dirty="0" smtClean="0">
                <a:latin typeface="+mn-ea"/>
              </a:rPr>
              <a:t>(Listener)</a:t>
            </a:r>
            <a:r>
              <a:rPr lang="ko-KR" altLang="en-US" sz="1100" dirty="0" smtClean="0">
                <a:latin typeface="+mn-ea"/>
              </a:rPr>
              <a:t>가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바로 </a:t>
            </a:r>
            <a:r>
              <a:rPr lang="en-US" altLang="ko-KR" sz="1100" dirty="0" err="1" smtClean="0">
                <a:latin typeface="+mn-ea"/>
              </a:rPr>
              <a:t>ServletContextListener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err="1" smtClean="0">
                <a:latin typeface="+mn-ea"/>
              </a:rPr>
              <a:t>리스너의</a:t>
            </a:r>
            <a:r>
              <a:rPr lang="ko-KR" altLang="en-US" sz="1100" dirty="0" smtClean="0">
                <a:latin typeface="+mn-ea"/>
              </a:rPr>
              <a:t> 해당 </a:t>
            </a:r>
            <a:r>
              <a:rPr lang="ko-KR" altLang="en-US" sz="1100" dirty="0" err="1" smtClean="0">
                <a:latin typeface="+mn-ea"/>
              </a:rPr>
              <a:t>메소드가</a:t>
            </a:r>
            <a:r>
              <a:rPr lang="ko-KR" altLang="en-US" sz="1100" dirty="0" smtClean="0">
                <a:latin typeface="+mn-ea"/>
              </a:rPr>
              <a:t> 웹 어플리케이션의 시작과 종료 시 호출 됩니다</a:t>
            </a:r>
            <a:r>
              <a:rPr lang="en-US" altLang="ko-KR" sz="1100" dirty="0" smtClean="0">
                <a:latin typeface="+mn-ea"/>
              </a:rPr>
              <a:t>.(</a:t>
            </a:r>
            <a:r>
              <a:rPr lang="en-US" altLang="ko-KR" sz="1100" dirty="0" err="1" smtClean="0">
                <a:latin typeface="+mn-ea"/>
              </a:rPr>
              <a:t>contextInitialized</a:t>
            </a:r>
            <a:r>
              <a:rPr lang="en-US" altLang="ko-KR" sz="1100" dirty="0" smtClean="0">
                <a:latin typeface="+mn-ea"/>
              </a:rPr>
              <a:t>(), </a:t>
            </a:r>
            <a:r>
              <a:rPr lang="en-US" altLang="ko-KR" sz="1100" dirty="0" err="1" smtClean="0">
                <a:latin typeface="+mn-ea"/>
              </a:rPr>
              <a:t>contextDestroyed</a:t>
            </a:r>
            <a:r>
              <a:rPr lang="en-US" altLang="ko-KR" sz="1100" dirty="0" smtClean="0">
                <a:latin typeface="+mn-ea"/>
              </a:rPr>
              <a:t>())</a:t>
            </a:r>
          </a:p>
          <a:p>
            <a:r>
              <a:rPr lang="en-US" altLang="ko-KR" sz="1100" dirty="0" smtClean="0">
                <a:latin typeface="+mn-ea"/>
              </a:rPr>
              <a:t>(jsp_8_2_ex1_contextparamex</a:t>
            </a:r>
            <a:r>
              <a:rPr lang="en-US" altLang="ko-KR" sz="1100" dirty="0">
                <a:latin typeface="+mn-ea"/>
              </a:rPr>
              <a:t>)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7008" y="212706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web.xml</a:t>
            </a:r>
            <a:r>
              <a:rPr lang="ko-KR" altLang="en-US" sz="1100" dirty="0" smtClean="0">
                <a:latin typeface="+mn-ea"/>
              </a:rPr>
              <a:t>파일에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리스너</a:t>
            </a:r>
            <a:r>
              <a:rPr lang="ko-KR" altLang="en-US" sz="1100" dirty="0" smtClean="0">
                <a:latin typeface="+mn-ea"/>
              </a:rPr>
              <a:t> 클래스 기술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238054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474452" y="2819895"/>
            <a:ext cx="2223293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리스너</a:t>
            </a:r>
            <a:r>
              <a:rPr lang="ko-KR" altLang="en-US" dirty="0" smtClean="0">
                <a:latin typeface="+mn-ea"/>
              </a:rPr>
              <a:t> 클래스 제작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58369" y="5535234"/>
            <a:ext cx="4455458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web.xml</a:t>
            </a:r>
            <a:r>
              <a:rPr lang="ko-KR" altLang="en-US" dirty="0" smtClean="0">
                <a:latin typeface="+mn-ea"/>
              </a:rPr>
              <a:t>파일에 </a:t>
            </a:r>
            <a:r>
              <a:rPr lang="ko-KR" altLang="en-US" dirty="0" err="1" smtClean="0">
                <a:latin typeface="+mn-ea"/>
              </a:rPr>
              <a:t>리스너</a:t>
            </a:r>
            <a:r>
              <a:rPr lang="ko-KR" altLang="en-US" dirty="0" smtClean="0">
                <a:latin typeface="+mn-ea"/>
              </a:rPr>
              <a:t> 클래스 기술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16" idx="2"/>
            <a:endCxn id="17" idx="0"/>
          </p:cNvCxnSpPr>
          <p:nvPr/>
        </p:nvCxnSpPr>
        <p:spPr>
          <a:xfrm flipH="1">
            <a:off x="2586098" y="3336338"/>
            <a:ext cx="1" cy="2198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5169877" y="3384648"/>
            <a:ext cx="3253154" cy="17232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590" y="5571021"/>
            <a:ext cx="3578136" cy="493783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4904666" y="5535234"/>
            <a:ext cx="3759091" cy="5295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05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Servlet </a:t>
            </a:r>
            <a:r>
              <a:rPr lang="ko-KR" altLang="en-US" sz="1600" b="1" dirty="0" smtClean="0">
                <a:latin typeface="+mn-ea"/>
              </a:rPr>
              <a:t>선처리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ko-KR" altLang="en-US" sz="1600" b="1" dirty="0" smtClean="0">
                <a:latin typeface="+mn-ea"/>
              </a:rPr>
              <a:t>후처리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의 라이프 </a:t>
            </a:r>
            <a:r>
              <a:rPr lang="ko-KR" altLang="en-US" sz="1100" dirty="0" err="1" smtClean="0">
                <a:latin typeface="+mn-ea"/>
              </a:rPr>
              <a:t>사이클중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err="1" smtClean="0">
                <a:latin typeface="+mn-ea"/>
              </a:rPr>
              <a:t>init</a:t>
            </a:r>
            <a:r>
              <a:rPr lang="en-US" altLang="ko-KR" sz="1100" dirty="0" smtClean="0">
                <a:latin typeface="+mn-ea"/>
              </a:rPr>
              <a:t>()</a:t>
            </a:r>
            <a:r>
              <a:rPr lang="ko-KR" altLang="en-US" sz="1100" dirty="0" smtClean="0">
                <a:latin typeface="+mn-ea"/>
              </a:rPr>
              <a:t>과 </a:t>
            </a:r>
            <a:r>
              <a:rPr lang="en-US" altLang="ko-KR" sz="1100" dirty="0" smtClean="0">
                <a:latin typeface="+mn-ea"/>
              </a:rPr>
              <a:t>destroy()</a:t>
            </a:r>
            <a:r>
              <a:rPr lang="ko-KR" altLang="en-US" sz="1100" dirty="0" err="1" smtClean="0">
                <a:latin typeface="+mn-ea"/>
              </a:rPr>
              <a:t>메소드와</a:t>
            </a:r>
            <a:r>
              <a:rPr lang="ko-KR" altLang="en-US" sz="1100" dirty="0" smtClean="0">
                <a:latin typeface="+mn-ea"/>
              </a:rPr>
              <a:t> 관련하여 선처리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 err="1">
                <a:latin typeface="+mn-ea"/>
              </a:rPr>
              <a:t>init</a:t>
            </a:r>
            <a:r>
              <a:rPr lang="en-US" altLang="ko-KR" sz="1100" dirty="0">
                <a:latin typeface="+mn-ea"/>
              </a:rPr>
              <a:t>()</a:t>
            </a:r>
            <a:r>
              <a:rPr lang="ko-KR" altLang="en-US" sz="1100" dirty="0" smtClean="0">
                <a:latin typeface="+mn-ea"/>
              </a:rPr>
              <a:t>전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와 후처리</a:t>
            </a:r>
            <a:r>
              <a:rPr lang="en-US" altLang="ko-KR" sz="1100" dirty="0" smtClean="0">
                <a:latin typeface="+mn-ea"/>
              </a:rPr>
              <a:t>(destroy()</a:t>
            </a:r>
            <a:r>
              <a:rPr lang="ko-KR" altLang="en-US" sz="1100" dirty="0" smtClean="0">
                <a:latin typeface="+mn-ea"/>
              </a:rPr>
              <a:t>후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 작업이 가능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jsp_6_2_ex1_lifecycleex)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422889" y="229709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객체생성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422889" y="320117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+mn-ea"/>
              </a:rPr>
              <a:t>Init</a:t>
            </a:r>
            <a:r>
              <a:rPr lang="en-US" altLang="ko-KR" dirty="0" smtClean="0">
                <a:latin typeface="+mn-ea"/>
              </a:rPr>
              <a:t>() </a:t>
            </a:r>
            <a:r>
              <a:rPr lang="ko-KR" altLang="en-US" dirty="0" smtClean="0">
                <a:latin typeface="+mn-ea"/>
              </a:rPr>
              <a:t>호출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88010" y="4105256"/>
            <a:ext cx="4014421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service(), </a:t>
            </a:r>
            <a:r>
              <a:rPr lang="en-US" altLang="ko-KR" dirty="0" err="1" smtClean="0"/>
              <a:t>doGet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doPost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호출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422889" y="500933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destroy() </a:t>
            </a:r>
            <a:r>
              <a:rPr lang="ko-KR" altLang="en-US" dirty="0" smtClean="0">
                <a:latin typeface="+mn-ea"/>
              </a:rPr>
              <a:t>호출</a:t>
            </a:r>
            <a:endParaRPr lang="ko-KR" altLang="en-US" dirty="0"/>
          </a:p>
        </p:txBody>
      </p:sp>
      <p:cxnSp>
        <p:nvCxnSpPr>
          <p:cNvPr id="6" name="직선 화살표 연결선 5"/>
          <p:cNvCxnSpPr>
            <a:endCxn id="18" idx="0"/>
          </p:cNvCxnSpPr>
          <p:nvPr/>
        </p:nvCxnSpPr>
        <p:spPr>
          <a:xfrm flipH="1">
            <a:off x="2795221" y="281353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2804746" y="371761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2799983" y="462169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865936" y="2737990"/>
            <a:ext cx="2744664" cy="516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+mn-ea"/>
              </a:rPr>
              <a:t>선처리 </a:t>
            </a:r>
            <a:r>
              <a:rPr lang="en-US" altLang="ko-KR" dirty="0" smtClean="0">
                <a:latin typeface="+mn-ea"/>
              </a:rPr>
              <a:t>: @</a:t>
            </a:r>
            <a:r>
              <a:rPr lang="en-US" altLang="ko-KR" dirty="0" err="1" smtClean="0">
                <a:latin typeface="+mn-ea"/>
              </a:rPr>
              <a:t>PostConstruct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865936" y="5407792"/>
            <a:ext cx="2744664" cy="516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후처리 </a:t>
            </a:r>
            <a:r>
              <a:rPr lang="en-US" altLang="ko-KR" dirty="0" smtClean="0"/>
              <a:t>: @</a:t>
            </a:r>
            <a:r>
              <a:rPr lang="en-US" altLang="ko-KR" dirty="0" err="1" smtClean="0"/>
              <a:t>PreDestroy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804746" y="2998839"/>
            <a:ext cx="306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814271" y="5666013"/>
            <a:ext cx="306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2824103" y="5525779"/>
            <a:ext cx="0" cy="14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65936" y="3348287"/>
            <a:ext cx="4430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import </a:t>
            </a:r>
            <a:r>
              <a:rPr lang="en-US" altLang="ko-KR" b="1" dirty="0" err="1"/>
              <a:t>javax.annotation.PostConstruct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865936" y="6064469"/>
            <a:ext cx="410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import </a:t>
            </a:r>
            <a:r>
              <a:rPr lang="en-US" altLang="ko-KR" b="1" dirty="0" err="1"/>
              <a:t>javax.annotation.PreDestroy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49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898" y="4195453"/>
            <a:ext cx="5191125" cy="6286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웹어플리케이션</a:t>
            </a:r>
            <a:r>
              <a:rPr lang="ko-KR" altLang="en-US" sz="1600" b="1" dirty="0">
                <a:latin typeface="+mn-ea"/>
              </a:rPr>
              <a:t> 감시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ServletContextListener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423680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리스너</a:t>
            </a:r>
            <a:r>
              <a:rPr lang="ko-KR" altLang="en-US" sz="1100" dirty="0" smtClean="0">
                <a:latin typeface="+mn-ea"/>
              </a:rPr>
              <a:t> 클래스에 기술</a:t>
            </a:r>
            <a:r>
              <a:rPr lang="en-US" altLang="ko-KR" sz="1100" dirty="0" smtClean="0">
                <a:latin typeface="+mn-ea"/>
              </a:rPr>
              <a:t>(@</a:t>
            </a:r>
            <a:r>
              <a:rPr lang="en-US" altLang="ko-KR" sz="1100" dirty="0" err="1" smtClean="0">
                <a:latin typeface="+mn-ea"/>
              </a:rPr>
              <a:t>WebListener</a:t>
            </a:r>
            <a:r>
              <a:rPr lang="en-US" altLang="ko-KR" sz="1100" dirty="0" smtClean="0">
                <a:latin typeface="+mn-ea"/>
              </a:rPr>
              <a:t>) </a:t>
            </a:r>
            <a:r>
              <a:rPr lang="en-US" altLang="ko-KR" sz="1100" dirty="0">
                <a:latin typeface="+mn-ea"/>
              </a:rPr>
              <a:t>(jsp_8_2_ex1_contextparamex</a:t>
            </a:r>
            <a:r>
              <a:rPr lang="en-US" altLang="ko-KR" sz="1100" dirty="0" smtClean="0">
                <a:latin typeface="+mn-ea"/>
              </a:rPr>
              <a:t>)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1677161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474452" y="2705597"/>
            <a:ext cx="2223293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리스너</a:t>
            </a:r>
            <a:r>
              <a:rPr lang="ko-KR" altLang="en-US" dirty="0" smtClean="0">
                <a:latin typeface="+mn-ea"/>
              </a:rPr>
              <a:t> 클래스 제작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358369" y="4251557"/>
            <a:ext cx="4455458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@</a:t>
            </a:r>
            <a:r>
              <a:rPr lang="en-US" altLang="ko-KR" dirty="0" err="1" smtClean="0">
                <a:latin typeface="+mn-ea"/>
              </a:rPr>
              <a:t>WebListener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추가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16" idx="2"/>
            <a:endCxn id="17" idx="0"/>
          </p:cNvCxnSpPr>
          <p:nvPr/>
        </p:nvCxnSpPr>
        <p:spPr>
          <a:xfrm flipH="1">
            <a:off x="2586098" y="3222040"/>
            <a:ext cx="1" cy="102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5169877" y="4195452"/>
            <a:ext cx="1503485" cy="3413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57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322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622</cp:revision>
  <dcterms:created xsi:type="dcterms:W3CDTF">2014-12-01T08:37:15Z</dcterms:created>
  <dcterms:modified xsi:type="dcterms:W3CDTF">2023-07-27T05:55:22Z</dcterms:modified>
</cp:coreProperties>
</file>