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81" r:id="rId3"/>
    <p:sldId id="282" r:id="rId4"/>
    <p:sldId id="283" r:id="rId5"/>
    <p:sldId id="28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16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자바 빈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16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자바 빈</a:t>
            </a: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빈 이란</a:t>
            </a:r>
            <a:r>
              <a:rPr lang="en-US" altLang="ko-KR" sz="1600" b="1" dirty="0" smtClean="0">
                <a:latin typeface="+mn-ea"/>
              </a:rPr>
              <a:t>?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반복적인 작업을 효율적으로 하기 위해 빈을 사용 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빈이란</a:t>
            </a:r>
            <a:r>
              <a:rPr lang="en-US" altLang="ko-KR" sz="1100" dirty="0" smtClean="0">
                <a:latin typeface="+mn-ea"/>
              </a:rPr>
              <a:t>? JAVA</a:t>
            </a:r>
            <a:r>
              <a:rPr lang="ko-KR" altLang="en-US" sz="1100" dirty="0" smtClean="0">
                <a:latin typeface="+mn-ea"/>
              </a:rPr>
              <a:t>언어의 데이터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smtClean="0">
                <a:latin typeface="+mn-ea"/>
              </a:rPr>
              <a:t>속성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와 기능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err="1" smtClean="0">
                <a:latin typeface="+mn-ea"/>
              </a:rPr>
              <a:t>메소드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으로 이루어진 클래스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페이지를 만들고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액션태그를 이용하여 빈을 사용 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그리고 빈의 내부 데이터를 처리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008" y="2257311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빈 만들기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677008" y="2604938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7008" y="2614012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언어를 학습 하면서 데이터 객체를 많이 만들어본 경험이 있을 것 입니다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데이터 객체에는 데이터가 있어 그에 해당하는  </a:t>
            </a:r>
            <a:r>
              <a:rPr lang="en-US" altLang="ko-KR" sz="1100" dirty="0" smtClean="0">
                <a:latin typeface="+mn-ea"/>
              </a:rPr>
              <a:t>getter</a:t>
            </a:r>
            <a:r>
              <a:rPr lang="ko-KR" altLang="en-US" sz="1100" dirty="0" smtClean="0">
                <a:latin typeface="+mn-ea"/>
              </a:rPr>
              <a:t>와 </a:t>
            </a:r>
            <a:r>
              <a:rPr lang="en-US" altLang="ko-KR" sz="1100" dirty="0" smtClean="0">
                <a:latin typeface="+mn-ea"/>
              </a:rPr>
              <a:t>setter</a:t>
            </a:r>
            <a:r>
              <a:rPr lang="ko-KR" altLang="en-US" sz="1100" dirty="0" smtClean="0">
                <a:latin typeface="+mn-ea"/>
              </a:rPr>
              <a:t>가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빈을 만든다는 것은 데이터 객체를 만들기 위한 클래스를 만드는 것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jsp_16_2_ex1_beanex)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3502" y="3447731"/>
            <a:ext cx="48721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package </a:t>
            </a:r>
            <a:r>
              <a:rPr lang="en-US" altLang="ko-KR" sz="1100" b="1" dirty="0" err="1"/>
              <a:t>com.javalex.ex</a:t>
            </a:r>
            <a:r>
              <a:rPr lang="en-US" altLang="ko-KR" sz="1100" b="1" dirty="0"/>
              <a:t>;</a:t>
            </a:r>
          </a:p>
          <a:p>
            <a:endParaRPr lang="ko-KR" altLang="en-US" sz="1100" dirty="0"/>
          </a:p>
          <a:p>
            <a:r>
              <a:rPr lang="en-US" altLang="ko-KR" sz="1100" b="1" dirty="0"/>
              <a:t>public class Student </a:t>
            </a:r>
            <a:r>
              <a:rPr lang="en-US" altLang="ko-KR" sz="1100" b="1" dirty="0" smtClean="0"/>
              <a:t>{</a:t>
            </a:r>
          </a:p>
          <a:p>
            <a:endParaRPr lang="ko-KR" altLang="en-US" sz="1100" dirty="0" smtClean="0"/>
          </a:p>
          <a:p>
            <a:pPr lvl="1"/>
            <a:r>
              <a:rPr lang="en-US" altLang="ko-KR" sz="1100" b="1" dirty="0" smtClean="0"/>
              <a:t>private String name;</a:t>
            </a:r>
          </a:p>
          <a:p>
            <a:pPr lvl="1"/>
            <a:r>
              <a:rPr lang="en-US" altLang="ko-KR" sz="1100" b="1" dirty="0" smtClean="0"/>
              <a:t>private </a:t>
            </a:r>
            <a:r>
              <a:rPr lang="en-US" altLang="ko-KR" sz="1100" b="1" dirty="0" err="1" smtClean="0"/>
              <a:t>int</a:t>
            </a:r>
            <a:r>
              <a:rPr lang="en-US" altLang="ko-KR" sz="1100" b="1" dirty="0" smtClean="0"/>
              <a:t> age;</a:t>
            </a:r>
          </a:p>
          <a:p>
            <a:pPr lvl="1"/>
            <a:r>
              <a:rPr lang="en-US" altLang="ko-KR" sz="1100" b="1" dirty="0" smtClean="0"/>
              <a:t>private </a:t>
            </a:r>
            <a:r>
              <a:rPr lang="en-US" altLang="ko-KR" sz="1100" b="1" dirty="0" err="1" smtClean="0"/>
              <a:t>int</a:t>
            </a:r>
            <a:r>
              <a:rPr lang="en-US" altLang="ko-KR" sz="1100" b="1" dirty="0" smtClean="0"/>
              <a:t> grade;</a:t>
            </a:r>
          </a:p>
          <a:p>
            <a:pPr lvl="1"/>
            <a:r>
              <a:rPr lang="en-US" altLang="ko-KR" sz="1100" b="1" dirty="0" smtClean="0"/>
              <a:t>private </a:t>
            </a:r>
            <a:r>
              <a:rPr lang="en-US" altLang="ko-KR" sz="1100" b="1" dirty="0" err="1" smtClean="0"/>
              <a:t>int</a:t>
            </a:r>
            <a:r>
              <a:rPr lang="en-US" altLang="ko-KR" sz="1100" b="1" dirty="0" smtClean="0"/>
              <a:t> </a:t>
            </a:r>
            <a:r>
              <a:rPr lang="en-US" altLang="ko-KR" sz="1100" b="1" dirty="0" err="1" smtClean="0"/>
              <a:t>studentNum</a:t>
            </a:r>
            <a:r>
              <a:rPr lang="en-US" altLang="ko-KR" sz="1100" b="1" dirty="0" smtClean="0"/>
              <a:t>;</a:t>
            </a:r>
          </a:p>
          <a:p>
            <a:endParaRPr lang="ko-KR" altLang="en-US" sz="1100" dirty="0" smtClean="0"/>
          </a:p>
          <a:p>
            <a:r>
              <a:rPr lang="en-US" altLang="ko-KR" sz="1100" b="1" dirty="0" smtClean="0"/>
              <a:t>public</a:t>
            </a:r>
            <a:r>
              <a:rPr lang="ko-KR" altLang="en-US" sz="1100" b="1" dirty="0"/>
              <a:t> </a:t>
            </a:r>
            <a:r>
              <a:rPr lang="en-US" altLang="ko-KR" sz="1100" b="1" dirty="0" smtClean="0"/>
              <a:t>Student() {</a:t>
            </a:r>
          </a:p>
          <a:p>
            <a:endParaRPr lang="en-US" altLang="ko-KR" sz="1100" b="1" dirty="0"/>
          </a:p>
          <a:p>
            <a:r>
              <a:rPr lang="en-US" altLang="ko-KR" sz="1100" dirty="0" smtClean="0"/>
              <a:t>}</a:t>
            </a:r>
            <a:endParaRPr lang="en-US" altLang="ko-KR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4491318" y="3447731"/>
            <a:ext cx="266243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public String </a:t>
            </a:r>
            <a:r>
              <a:rPr lang="en-US" altLang="ko-KR" sz="1100" b="1" dirty="0" err="1"/>
              <a:t>getName</a:t>
            </a:r>
            <a:r>
              <a:rPr lang="en-US" altLang="ko-KR" sz="1100" b="1" dirty="0"/>
              <a:t>() {</a:t>
            </a:r>
          </a:p>
          <a:p>
            <a:r>
              <a:rPr lang="en-US" altLang="ko-KR" sz="1100" b="1" dirty="0"/>
              <a:t>return name;</a:t>
            </a:r>
          </a:p>
          <a:p>
            <a:r>
              <a:rPr lang="en-US" altLang="ko-KR" sz="1100" dirty="0"/>
              <a:t>}</a:t>
            </a:r>
          </a:p>
          <a:p>
            <a:endParaRPr lang="ko-KR" altLang="en-US" sz="1100" dirty="0"/>
          </a:p>
          <a:p>
            <a:r>
              <a:rPr lang="en-US" altLang="ko-KR" sz="1100" b="1" dirty="0"/>
              <a:t>public void </a:t>
            </a:r>
            <a:r>
              <a:rPr lang="en-US" altLang="ko-KR" sz="1100" b="1" dirty="0" err="1"/>
              <a:t>setName</a:t>
            </a:r>
            <a:r>
              <a:rPr lang="en-US" altLang="ko-KR" sz="1100" b="1" dirty="0"/>
              <a:t>(String name) {</a:t>
            </a:r>
          </a:p>
          <a:p>
            <a:r>
              <a:rPr lang="en-US" altLang="ko-KR" sz="1100" b="1" dirty="0"/>
              <a:t>this.name = name;</a:t>
            </a:r>
          </a:p>
          <a:p>
            <a:r>
              <a:rPr lang="en-US" altLang="ko-KR" sz="1100" dirty="0"/>
              <a:t>}</a:t>
            </a:r>
          </a:p>
          <a:p>
            <a:endParaRPr lang="ko-KR" altLang="en-US" sz="1100" dirty="0"/>
          </a:p>
          <a:p>
            <a:r>
              <a:rPr lang="en-US" altLang="ko-KR" sz="1100" b="1" dirty="0"/>
              <a:t>public </a:t>
            </a:r>
            <a:r>
              <a:rPr lang="en-US" altLang="ko-KR" sz="1100" b="1" dirty="0" err="1"/>
              <a:t>int</a:t>
            </a:r>
            <a:r>
              <a:rPr lang="en-US" altLang="ko-KR" sz="1100" b="1" dirty="0"/>
              <a:t> </a:t>
            </a:r>
            <a:r>
              <a:rPr lang="en-US" altLang="ko-KR" sz="1100" b="1" dirty="0" err="1"/>
              <a:t>getAge</a:t>
            </a:r>
            <a:r>
              <a:rPr lang="en-US" altLang="ko-KR" sz="1100" b="1" dirty="0"/>
              <a:t>() {</a:t>
            </a:r>
          </a:p>
          <a:p>
            <a:r>
              <a:rPr lang="en-US" altLang="ko-KR" sz="1100" b="1" dirty="0"/>
              <a:t>return age;</a:t>
            </a:r>
          </a:p>
          <a:p>
            <a:r>
              <a:rPr lang="en-US" altLang="ko-KR" sz="1100" dirty="0"/>
              <a:t>}</a:t>
            </a:r>
          </a:p>
          <a:p>
            <a:endParaRPr lang="ko-KR" altLang="en-US" sz="1100" dirty="0"/>
          </a:p>
          <a:p>
            <a:r>
              <a:rPr lang="en-US" altLang="ko-KR" sz="1100" b="1" dirty="0"/>
              <a:t>public void </a:t>
            </a:r>
            <a:r>
              <a:rPr lang="en-US" altLang="ko-KR" sz="1100" b="1" dirty="0" err="1"/>
              <a:t>setAge</a:t>
            </a:r>
            <a:r>
              <a:rPr lang="en-US" altLang="ko-KR" sz="1100" b="1" dirty="0"/>
              <a:t>(</a:t>
            </a:r>
            <a:r>
              <a:rPr lang="en-US" altLang="ko-KR" sz="1100" b="1" dirty="0" err="1"/>
              <a:t>int</a:t>
            </a:r>
            <a:r>
              <a:rPr lang="en-US" altLang="ko-KR" sz="1100" b="1" dirty="0"/>
              <a:t> age) {</a:t>
            </a:r>
          </a:p>
          <a:p>
            <a:r>
              <a:rPr lang="en-US" altLang="ko-KR" sz="1100" b="1" dirty="0" err="1"/>
              <a:t>this.age</a:t>
            </a:r>
            <a:r>
              <a:rPr lang="en-US" altLang="ko-KR" sz="1100" b="1" dirty="0"/>
              <a:t> = age;</a:t>
            </a:r>
          </a:p>
          <a:p>
            <a:r>
              <a:rPr lang="en-US" altLang="ko-KR" sz="1100" dirty="0" smtClean="0"/>
              <a:t>}</a:t>
            </a:r>
            <a:endParaRPr lang="en-US" altLang="ko-KR" sz="1100" dirty="0"/>
          </a:p>
        </p:txBody>
      </p:sp>
      <p:sp>
        <p:nvSpPr>
          <p:cNvPr id="4" name="직사각형 3"/>
          <p:cNvSpPr/>
          <p:nvPr/>
        </p:nvSpPr>
        <p:spPr>
          <a:xfrm>
            <a:off x="5414682" y="3456698"/>
            <a:ext cx="914400" cy="2546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5303311" y="4138863"/>
            <a:ext cx="723556" cy="2546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195217" y="4814873"/>
            <a:ext cx="723556" cy="2546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301198" y="5476257"/>
            <a:ext cx="617575" cy="2546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54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빈 관련 액션 태그</a:t>
            </a:r>
            <a:r>
              <a:rPr lang="en-US" altLang="ko-KR" sz="1600" b="1" dirty="0" smtClean="0">
                <a:latin typeface="+mn-ea"/>
              </a:rPr>
              <a:t>(</a:t>
            </a:r>
            <a:r>
              <a:rPr lang="en-US" altLang="ko-KR" sz="1600" b="1" dirty="0" err="1">
                <a:latin typeface="+mn-ea"/>
              </a:rPr>
              <a:t>useBean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en-US" altLang="ko-KR" sz="1600" b="1" dirty="0" err="1">
                <a:latin typeface="+mn-ea"/>
              </a:rPr>
              <a:t>setProperty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en-US" altLang="ko-KR" sz="1600" b="1" dirty="0" err="1">
                <a:latin typeface="+mn-ea"/>
              </a:rPr>
              <a:t>getProperty</a:t>
            </a:r>
            <a:r>
              <a:rPr lang="en-US" altLang="ko-KR" sz="1600" b="1" dirty="0" smtClean="0">
                <a:latin typeface="+mn-ea"/>
              </a:rPr>
              <a:t>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7008" y="180922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useBean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730798" y="2076007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액션태그 중에서 </a:t>
            </a:r>
            <a:r>
              <a:rPr lang="en-US" altLang="ko-KR" sz="1100" dirty="0">
                <a:latin typeface="+mn-ea"/>
              </a:rPr>
              <a:t>B</a:t>
            </a:r>
            <a:r>
              <a:rPr lang="en-US" altLang="ko-KR" sz="1100" dirty="0" smtClean="0">
                <a:latin typeface="+mn-ea"/>
              </a:rPr>
              <a:t>ean</a:t>
            </a:r>
            <a:r>
              <a:rPr lang="ko-KR" altLang="en-US" sz="1100" dirty="0" smtClean="0">
                <a:latin typeface="+mn-ea"/>
              </a:rPr>
              <a:t>관련한 태그가 있습니다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주로 데이터를 업데이트하고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얻어오는 역할을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798" y="2090148"/>
            <a:ext cx="10089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특정 </a:t>
            </a:r>
            <a:r>
              <a:rPr lang="en-US" altLang="ko-KR" sz="1100" dirty="0">
                <a:latin typeface="+mn-ea"/>
              </a:rPr>
              <a:t>Bean</a:t>
            </a:r>
            <a:r>
              <a:rPr lang="ko-KR" altLang="en-US" sz="1100" dirty="0">
                <a:latin typeface="+mn-ea"/>
              </a:rPr>
              <a:t>을 </a:t>
            </a:r>
            <a:r>
              <a:rPr lang="ko-KR" altLang="en-US" sz="1100" dirty="0" smtClean="0">
                <a:latin typeface="+mn-ea"/>
              </a:rPr>
              <a:t>사용한다고 명시 할 때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51646" y="2501544"/>
            <a:ext cx="9968756" cy="753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&lt;</a:t>
            </a:r>
            <a:r>
              <a:rPr lang="en-US" altLang="ko-KR" sz="2000" dirty="0" err="1"/>
              <a:t>jsp:useBean</a:t>
            </a:r>
            <a:r>
              <a:rPr lang="en-US" altLang="ko-KR" sz="2000" dirty="0"/>
              <a:t> id=</a:t>
            </a:r>
            <a:r>
              <a:rPr lang="en-US" altLang="ko-KR" sz="2000" i="1" dirty="0"/>
              <a:t>"student" class="</a:t>
            </a:r>
            <a:r>
              <a:rPr lang="en-US" altLang="ko-KR" sz="2000" i="1" dirty="0" err="1"/>
              <a:t>com.javalec.ex.Student</a:t>
            </a:r>
            <a:r>
              <a:rPr lang="en-US" altLang="ko-KR" sz="2000" i="1" dirty="0"/>
              <a:t>" scope="page" /&gt;</a:t>
            </a:r>
            <a:endParaRPr lang="ko-KR" altLang="en-US" sz="2000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4644584" y="3072002"/>
            <a:ext cx="352602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3076340" y="3072002"/>
            <a:ext cx="143666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8249264" y="3071423"/>
            <a:ext cx="162232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3789485" y="3071423"/>
            <a:ext cx="0" cy="92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6535615" y="3071423"/>
            <a:ext cx="0" cy="92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9141069" y="3071423"/>
            <a:ext cx="0" cy="92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26208" y="4065202"/>
            <a:ext cx="926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smtClean="0">
                <a:latin typeface="+mn-ea"/>
              </a:rPr>
              <a:t>빈 이름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84522" y="4065202"/>
            <a:ext cx="1102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클래스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이름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89976" y="4149567"/>
            <a:ext cx="1102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 smtClean="0">
                <a:latin typeface="+mn-ea"/>
              </a:rPr>
              <a:t>스코프</a:t>
            </a:r>
            <a:r>
              <a:rPr lang="ko-KR" altLang="en-US" sz="1100" dirty="0" smtClean="0">
                <a:latin typeface="+mn-ea"/>
              </a:rPr>
              <a:t> 범위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1222" y="4938142"/>
            <a:ext cx="4703970" cy="98488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Scope</a:t>
            </a:r>
          </a:p>
          <a:p>
            <a:r>
              <a:rPr lang="en-US" altLang="ko-KR" sz="1100" dirty="0" smtClean="0">
                <a:latin typeface="+mn-ea"/>
              </a:rPr>
              <a:t>page : </a:t>
            </a:r>
            <a:r>
              <a:rPr lang="ko-KR" altLang="en-US" sz="1100" dirty="0" smtClean="0">
                <a:latin typeface="+mn-ea"/>
              </a:rPr>
              <a:t>생성된 페이지 내에서만 사용 가능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request : </a:t>
            </a:r>
            <a:r>
              <a:rPr lang="ko-KR" altLang="en-US" sz="1100" dirty="0" smtClean="0">
                <a:latin typeface="+mn-ea"/>
              </a:rPr>
              <a:t>요청된 페이지 내에서만 사용 가능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session : </a:t>
            </a:r>
            <a:r>
              <a:rPr lang="ko-KR" altLang="en-US" sz="1100" dirty="0" err="1" smtClean="0">
                <a:latin typeface="+mn-ea"/>
              </a:rPr>
              <a:t>웹브라우저의</a:t>
            </a:r>
            <a:r>
              <a:rPr lang="ko-KR" altLang="en-US" sz="1100" dirty="0" smtClean="0">
                <a:latin typeface="+mn-ea"/>
              </a:rPr>
              <a:t> 생명주기와 동일하게 사용 가능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application : </a:t>
            </a:r>
            <a:r>
              <a:rPr lang="ko-KR" altLang="en-US" sz="1100" dirty="0" smtClean="0">
                <a:latin typeface="+mn-ea"/>
              </a:rPr>
              <a:t>웹 어플리케이션 생명주기와 동일하게 사용 가능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95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빈 관련 액션 태그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en-US" altLang="ko-KR" sz="1600" b="1" dirty="0" err="1">
                <a:latin typeface="+mn-ea"/>
              </a:rPr>
              <a:t>useBean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en-US" altLang="ko-KR" sz="1600" b="1" dirty="0" err="1" smtClean="0">
                <a:latin typeface="+mn-ea"/>
              </a:rPr>
              <a:t>setProperty</a:t>
            </a:r>
            <a:r>
              <a:rPr lang="en-US" altLang="ko-KR" sz="1600" b="1" dirty="0" smtClean="0">
                <a:latin typeface="+mn-ea"/>
              </a:rPr>
              <a:t>, </a:t>
            </a:r>
            <a:r>
              <a:rPr lang="en-US" altLang="ko-KR" sz="1600" b="1" dirty="0" err="1" smtClean="0">
                <a:latin typeface="+mn-ea"/>
              </a:rPr>
              <a:t>getProperty</a:t>
            </a:r>
            <a:r>
              <a:rPr lang="en-US" altLang="ko-KR" sz="1600" b="1" dirty="0" smtClean="0">
                <a:latin typeface="+mn-ea"/>
              </a:rPr>
              <a:t>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7008" y="1285350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setProperty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730798" y="1552132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0798" y="1566273"/>
            <a:ext cx="10089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데이터 값을 설정 할 때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51646" y="1968144"/>
            <a:ext cx="9968756" cy="753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&lt;</a:t>
            </a:r>
            <a:r>
              <a:rPr lang="en-US" altLang="ko-KR" sz="2000" dirty="0" err="1"/>
              <a:t>jsp:setProperty</a:t>
            </a:r>
            <a:r>
              <a:rPr lang="en-US" altLang="ko-KR" sz="2000" dirty="0"/>
              <a:t> name=</a:t>
            </a:r>
            <a:r>
              <a:rPr lang="en-US" altLang="ko-KR" sz="2000" i="1" dirty="0"/>
              <a:t>"student" property="name" value="</a:t>
            </a:r>
            <a:r>
              <a:rPr lang="ko-KR" altLang="en-US" sz="2000" i="1" dirty="0"/>
              <a:t>홍길동</a:t>
            </a:r>
            <a:r>
              <a:rPr lang="en-US" altLang="ko-KR" sz="2000" i="1" dirty="0"/>
              <a:t>"/&gt;</a:t>
            </a:r>
            <a:endParaRPr lang="ko-KR" altLang="en-US" sz="2000" dirty="0"/>
          </a:p>
        </p:txBody>
      </p:sp>
      <p:cxnSp>
        <p:nvCxnSpPr>
          <p:cNvPr id="24" name="직선 연결선 23"/>
          <p:cNvCxnSpPr/>
          <p:nvPr/>
        </p:nvCxnSpPr>
        <p:spPr>
          <a:xfrm>
            <a:off x="3789485" y="2538602"/>
            <a:ext cx="186836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5724452" y="2547548"/>
            <a:ext cx="206699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4741985" y="2538023"/>
            <a:ext cx="0" cy="92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6535615" y="2538023"/>
            <a:ext cx="0" cy="92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8737685" y="2538023"/>
            <a:ext cx="0" cy="92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78708" y="3531802"/>
            <a:ext cx="926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빈 이름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84522" y="3531802"/>
            <a:ext cx="1102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속성 이름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44668" y="3531802"/>
            <a:ext cx="13860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속성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smtClean="0">
                <a:latin typeface="+mn-ea"/>
              </a:rPr>
              <a:t>데이터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 값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7902745" y="2551921"/>
            <a:ext cx="166988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6126" y="397909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getProperty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699916" y="4245875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9916" y="4260016"/>
            <a:ext cx="10089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데이터 값을 가져올 때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820764" y="4661887"/>
            <a:ext cx="9968756" cy="753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/>
              <a:t>&lt;</a:t>
            </a:r>
            <a:r>
              <a:rPr lang="en-US" altLang="ko-KR" sz="2000" dirty="0" err="1"/>
              <a:t>jsp:getProperty</a:t>
            </a:r>
            <a:r>
              <a:rPr lang="en-US" altLang="ko-KR" sz="2000" dirty="0"/>
              <a:t> name=</a:t>
            </a:r>
            <a:r>
              <a:rPr lang="en-US" altLang="ko-KR" sz="2000" i="1" dirty="0"/>
              <a:t>"student" property="name" </a:t>
            </a:r>
            <a:r>
              <a:rPr lang="en-US" altLang="ko-KR" sz="2000" i="1" dirty="0" smtClean="0"/>
              <a:t>/&gt;</a:t>
            </a:r>
            <a:endParaRPr lang="ko-KR" altLang="en-US" sz="2000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4663478" y="5232345"/>
            <a:ext cx="186836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6598445" y="5241291"/>
            <a:ext cx="206699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5615978" y="5231766"/>
            <a:ext cx="0" cy="92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7409608" y="5231766"/>
            <a:ext cx="0" cy="92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52701" y="6225545"/>
            <a:ext cx="926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빈 이름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515" y="6225545"/>
            <a:ext cx="1102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속성 이름</a:t>
            </a:r>
            <a:endParaRPr lang="en-US" altLang="ko-KR" sz="11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124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4.</a:t>
            </a:r>
            <a:r>
              <a:rPr lang="en-US" altLang="ko-KR" sz="1600" b="1" kern="1200" baseline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데이터를 한번에 넣기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7008" y="1285350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setProperty</a:t>
            </a:r>
            <a:r>
              <a:rPr lang="ko-KR" altLang="en-US" sz="1100" dirty="0" smtClean="0">
                <a:latin typeface="+mn-ea"/>
              </a:rPr>
              <a:t>로 한번에 넣기 </a:t>
            </a:r>
            <a:r>
              <a:rPr lang="en-US" altLang="ko-KR" sz="1100" dirty="0" smtClean="0">
                <a:latin typeface="+mn-ea"/>
              </a:rPr>
              <a:t>( * </a:t>
            </a:r>
            <a:r>
              <a:rPr lang="ko-KR" altLang="en-US" sz="1100" dirty="0" err="1" smtClean="0">
                <a:latin typeface="+mn-ea"/>
              </a:rPr>
              <a:t>변수명이</a:t>
            </a:r>
            <a:r>
              <a:rPr lang="ko-KR" altLang="en-US" sz="1100" dirty="0" smtClean="0">
                <a:latin typeface="+mn-ea"/>
              </a:rPr>
              <a:t> 동일해야 함</a:t>
            </a:r>
            <a:r>
              <a:rPr lang="en-US" altLang="ko-KR" sz="1100" dirty="0" smtClean="0">
                <a:latin typeface="+mn-ea"/>
              </a:rPr>
              <a:t>. 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730798" y="1552132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851646" y="1738196"/>
            <a:ext cx="9968756" cy="1413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 </a:t>
            </a:r>
            <a:r>
              <a:rPr lang="en-US" altLang="ko-KR" dirty="0"/>
              <a:t>&lt;!-- </a:t>
            </a:r>
            <a:r>
              <a:rPr lang="ko-KR" altLang="en-US" dirty="0" err="1"/>
              <a:t>자바빈</a:t>
            </a:r>
            <a:r>
              <a:rPr lang="ko-KR" altLang="en-US" dirty="0"/>
              <a:t> </a:t>
            </a:r>
            <a:r>
              <a:rPr lang="ko-KR" altLang="en-US" dirty="0" err="1"/>
              <a:t>액션태그</a:t>
            </a:r>
            <a:r>
              <a:rPr lang="ko-KR" altLang="en-US" dirty="0"/>
              <a:t> 사용 </a:t>
            </a:r>
            <a:r>
              <a:rPr lang="en-US" altLang="ko-KR" dirty="0"/>
              <a:t>--&gt;</a:t>
            </a:r>
            <a:endParaRPr lang="ko-KR" altLang="en-US" dirty="0"/>
          </a:p>
          <a:p>
            <a:r>
              <a:rPr lang="ko-KR" altLang="en-US" dirty="0"/>
              <a:t>        </a:t>
            </a:r>
            <a:r>
              <a:rPr lang="en-US" altLang="ko-KR" dirty="0"/>
              <a:t>&lt;</a:t>
            </a:r>
            <a:r>
              <a:rPr lang="en-US" altLang="ko-KR" dirty="0" err="1"/>
              <a:t>jsp:useBean</a:t>
            </a:r>
            <a:r>
              <a:rPr lang="ko-KR" altLang="en-US" dirty="0"/>
              <a:t> </a:t>
            </a:r>
            <a:r>
              <a:rPr lang="en-US" altLang="ko-KR" dirty="0" smtClean="0"/>
              <a:t>id=student"</a:t>
            </a:r>
            <a:r>
              <a:rPr lang="ko-KR" altLang="en-US" dirty="0"/>
              <a:t> </a:t>
            </a:r>
            <a:r>
              <a:rPr lang="en-US" altLang="ko-KR" dirty="0"/>
              <a:t>class</a:t>
            </a:r>
            <a:r>
              <a:rPr lang="en-US" altLang="ko-KR" dirty="0" smtClean="0"/>
              <a:t>="</a:t>
            </a:r>
            <a:r>
              <a:rPr lang="en-US" altLang="ko-KR" i="1" dirty="0" err="1" smtClean="0"/>
              <a:t>com.javalec.ex.Student</a:t>
            </a:r>
            <a:r>
              <a:rPr lang="en-US" altLang="ko-KR" i="1" dirty="0"/>
              <a:t>" </a:t>
            </a:r>
            <a:r>
              <a:rPr lang="ko-KR" altLang="en-US" dirty="0"/>
              <a:t> </a:t>
            </a:r>
            <a:r>
              <a:rPr lang="en-US" altLang="ko-KR" dirty="0"/>
              <a:t>/&gt;</a:t>
            </a:r>
            <a:endParaRPr lang="ko-KR" altLang="en-US" dirty="0"/>
          </a:p>
          <a:p>
            <a:r>
              <a:rPr lang="ko-KR" altLang="en-US" dirty="0"/>
              <a:t>        </a:t>
            </a:r>
            <a:r>
              <a:rPr lang="en-US" altLang="ko-KR" dirty="0"/>
              <a:t>&lt;</a:t>
            </a:r>
            <a:r>
              <a:rPr lang="en-US" altLang="ko-KR" dirty="0" err="1"/>
              <a:t>jsp:setProperty</a:t>
            </a:r>
            <a:r>
              <a:rPr lang="ko-KR" altLang="en-US" dirty="0"/>
              <a:t> </a:t>
            </a:r>
            <a:r>
              <a:rPr lang="en-US" altLang="ko-KR" dirty="0"/>
              <a:t>name</a:t>
            </a:r>
            <a:r>
              <a:rPr lang="en-US" altLang="ko-KR" dirty="0" smtClean="0"/>
              <a:t>="</a:t>
            </a:r>
            <a:r>
              <a:rPr lang="en-US" altLang="ko-KR" dirty="0"/>
              <a:t>student</a:t>
            </a:r>
            <a:r>
              <a:rPr lang="en-US" altLang="ko-KR" dirty="0" smtClean="0"/>
              <a:t>"</a:t>
            </a:r>
            <a:r>
              <a:rPr lang="ko-KR" altLang="en-US" dirty="0"/>
              <a:t> </a:t>
            </a:r>
            <a:r>
              <a:rPr lang="en-US" altLang="ko-KR" dirty="0"/>
              <a:t>property="*"</a:t>
            </a:r>
            <a:r>
              <a:rPr lang="ko-KR" altLang="en-US" dirty="0"/>
              <a:t> </a:t>
            </a:r>
            <a:r>
              <a:rPr lang="en-US" altLang="ko-KR" dirty="0" smtClean="0"/>
              <a:t>/&gt;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46126" y="5095094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getProperty</a:t>
            </a:r>
            <a:r>
              <a:rPr lang="en-US" altLang="ko-KR" sz="1100" dirty="0" smtClean="0">
                <a:latin typeface="+mn-ea"/>
              </a:rPr>
              <a:t>  </a:t>
            </a:r>
            <a:r>
              <a:rPr lang="ko-KR" altLang="en-US" sz="1100" dirty="0" err="1" smtClean="0">
                <a:latin typeface="+mn-ea"/>
              </a:rPr>
              <a:t>단순표기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699916" y="5361876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820764" y="5603315"/>
            <a:ext cx="9968756" cy="753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&lt;td</a:t>
            </a:r>
            <a:r>
              <a:rPr lang="en-US" altLang="ko-KR" dirty="0" smtClean="0"/>
              <a:t>&gt;&lt;%=student.name()%&gt;&lt;/</a:t>
            </a:r>
            <a:r>
              <a:rPr lang="en-US" altLang="ko-KR" dirty="0"/>
              <a:t>td</a:t>
            </a:r>
            <a:r>
              <a:rPr lang="en-US" altLang="ko-KR" dirty="0" smtClean="0"/>
              <a:t>&gt;</a:t>
            </a:r>
            <a:endParaRPr lang="ko-KR" altLang="en-US"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677008" y="3337799"/>
            <a:ext cx="10676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 Get </a:t>
            </a:r>
            <a:r>
              <a:rPr lang="ko-KR" altLang="en-US" dirty="0" smtClean="0"/>
              <a:t>방식 </a:t>
            </a:r>
            <a:r>
              <a:rPr lang="ko-KR" altLang="en-US" dirty="0" err="1" smtClean="0"/>
              <a:t>한글깨짐</a:t>
            </a:r>
            <a:r>
              <a:rPr lang="ko-KR" altLang="en-US" dirty="0" smtClean="0"/>
              <a:t> 방지 </a:t>
            </a:r>
            <a:r>
              <a:rPr lang="en-US" altLang="ko-KR" dirty="0" smtClean="0"/>
              <a:t>: Server.xml</a:t>
            </a:r>
            <a:r>
              <a:rPr lang="ko-KR" altLang="en-US" dirty="0" smtClean="0"/>
              <a:t>에서</a:t>
            </a:r>
            <a:endParaRPr lang="en-US" altLang="ko-KR" dirty="0" smtClean="0"/>
          </a:p>
          <a:p>
            <a:r>
              <a:rPr lang="en-US" altLang="ko-KR" dirty="0" smtClean="0"/>
              <a:t>  &lt;Connector </a:t>
            </a:r>
            <a:r>
              <a:rPr lang="en-US" altLang="ko-KR" dirty="0" err="1" smtClean="0"/>
              <a:t>URIEncoding</a:t>
            </a:r>
            <a:r>
              <a:rPr lang="en-US" altLang="ko-KR" dirty="0" smtClean="0"/>
              <a:t>=“utf-8” &gt;</a:t>
            </a:r>
          </a:p>
          <a:p>
            <a:endParaRPr lang="en-US" altLang="ko-KR" dirty="0"/>
          </a:p>
          <a:p>
            <a:r>
              <a:rPr lang="en-US" altLang="ko-KR" dirty="0" smtClean="0"/>
              <a:t>- Post </a:t>
            </a:r>
            <a:r>
              <a:rPr lang="ko-KR" altLang="en-US" dirty="0" smtClean="0"/>
              <a:t>방식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한글깨짐</a:t>
            </a:r>
            <a:r>
              <a:rPr lang="ko-KR" altLang="en-US" dirty="0" smtClean="0"/>
              <a:t> 방지 </a:t>
            </a:r>
            <a:r>
              <a:rPr lang="en-US" altLang="ko-KR" smtClean="0"/>
              <a:t>: </a:t>
            </a:r>
            <a:r>
              <a:rPr lang="ko-KR" altLang="en-US" smtClean="0"/>
              <a:t>해당페이지에서</a:t>
            </a:r>
            <a:endParaRPr lang="en-US" altLang="ko-KR" dirty="0"/>
          </a:p>
          <a:p>
            <a:r>
              <a:rPr lang="en-US" altLang="ko-KR" dirty="0" smtClean="0"/>
              <a:t>&lt;% </a:t>
            </a:r>
            <a:r>
              <a:rPr lang="en-US" altLang="ko-KR" dirty="0" err="1"/>
              <a:t>request.setCharacterEncoding</a:t>
            </a:r>
            <a:r>
              <a:rPr lang="en-US" altLang="ko-KR" dirty="0"/>
              <a:t>("utf-8"); %&gt;</a:t>
            </a:r>
            <a:endParaRPr lang="en-US" altLang="ko-KR" sz="11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659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3252</TotalTime>
  <Words>390</Words>
  <Application>Microsoft Office PowerPoint</Application>
  <PresentationFormat>와이드스크린</PresentationFormat>
  <Paragraphs>76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942</cp:revision>
  <dcterms:created xsi:type="dcterms:W3CDTF">2014-12-01T08:37:15Z</dcterms:created>
  <dcterms:modified xsi:type="dcterms:W3CDTF">2023-11-07T07:01:10Z</dcterms:modified>
</cp:coreProperties>
</file>