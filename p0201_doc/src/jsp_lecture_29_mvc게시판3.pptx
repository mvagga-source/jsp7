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3" r:id="rId2"/>
    <p:sldId id="283" r:id="rId3"/>
    <p:sldId id="296" r:id="rId4"/>
    <p:sldId id="295" r:id="rId5"/>
    <p:sldId id="285" r:id="rId6"/>
    <p:sldId id="286" r:id="rId7"/>
    <p:sldId id="287" r:id="rId8"/>
    <p:sldId id="284" r:id="rId9"/>
    <p:sldId id="289" r:id="rId10"/>
    <p:sldId id="290" r:id="rId11"/>
    <p:sldId id="291" r:id="rId12"/>
    <p:sldId id="292" r:id="rId13"/>
    <p:sldId id="298" r:id="rId14"/>
    <p:sldId id="294" r:id="rId15"/>
    <p:sldId id="29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071360" y="176272"/>
            <a:ext cx="4509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29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MVC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패턴을 이용한 게시판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만들기 </a:t>
            </a:r>
            <a:r>
              <a:rPr lang="en-US" altLang="ko-KR" sz="1600" kern="1200" baseline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( 3 )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2023-12-08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7569" y="3829247"/>
            <a:ext cx="5916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29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. MVC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패턴을 이용한 게시판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만들기 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( 3 )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검색 리스트 만들기</a:t>
            </a: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0880897-1794-495A-A3FA-F9C405E3E5D5}"/>
              </a:ext>
            </a:extLst>
          </p:cNvPr>
          <p:cNvSpPr txBox="1"/>
          <p:nvPr/>
        </p:nvSpPr>
        <p:spPr>
          <a:xfrm>
            <a:off x="1163570" y="1571967"/>
            <a:ext cx="4801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검색</a:t>
            </a:r>
            <a:r>
              <a:rPr lang="en-US" altLang="ko-KR" sz="2000" dirty="0" smtClean="0">
                <a:latin typeface="+mn-ea"/>
              </a:rPr>
              <a:t>query </a:t>
            </a:r>
            <a:r>
              <a:rPr lang="ko-KR" altLang="en-US" sz="2000" dirty="0" smtClean="0">
                <a:latin typeface="+mn-ea"/>
              </a:rPr>
              <a:t>구현</a:t>
            </a:r>
            <a:endParaRPr lang="en-US" altLang="ko-KR" sz="20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2F1BD62-93DA-495E-8BF0-5CF57A81E375}"/>
              </a:ext>
            </a:extLst>
          </p:cNvPr>
          <p:cNvSpPr txBox="1"/>
          <p:nvPr/>
        </p:nvSpPr>
        <p:spPr>
          <a:xfrm>
            <a:off x="1163569" y="2165527"/>
            <a:ext cx="9867419" cy="13412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ko-KR" dirty="0">
                <a:latin typeface="+mn-ea"/>
              </a:rPr>
              <a:t>query="select * from freeboard where id like '%'||?||'%' order by </a:t>
            </a:r>
            <a:r>
              <a:rPr lang="en-US" altLang="ko-KR" dirty="0" err="1">
                <a:latin typeface="+mn-ea"/>
              </a:rPr>
              <a:t>bgroup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desc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dirty="0" err="1">
                <a:latin typeface="+mn-ea"/>
              </a:rPr>
              <a:t>bstep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asc</a:t>
            </a:r>
            <a:r>
              <a:rPr lang="en-US" altLang="ko-KR" dirty="0">
                <a:latin typeface="+mn-ea"/>
              </a:rPr>
              <a:t>";</a:t>
            </a:r>
          </a:p>
          <a:p>
            <a:r>
              <a:rPr lang="en-US" altLang="ko-KR" dirty="0" err="1" smtClean="0">
                <a:latin typeface="+mn-ea"/>
              </a:rPr>
              <a:t>pstmt</a:t>
            </a:r>
            <a:r>
              <a:rPr lang="en-US" altLang="ko-KR" dirty="0" smtClean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 </a:t>
            </a:r>
            <a:r>
              <a:rPr lang="en-US" altLang="ko-KR" dirty="0" err="1">
                <a:latin typeface="+mn-ea"/>
              </a:rPr>
              <a:t>conn.prepareStatement</a:t>
            </a:r>
            <a:r>
              <a:rPr lang="en-US" altLang="ko-KR" dirty="0">
                <a:latin typeface="+mn-ea"/>
              </a:rPr>
              <a:t>(query);</a:t>
            </a:r>
          </a:p>
          <a:p>
            <a:r>
              <a:rPr lang="en-US" altLang="ko-KR" dirty="0" err="1" smtClean="0">
                <a:latin typeface="+mn-ea"/>
              </a:rPr>
              <a:t>pstmt.setString</a:t>
            </a:r>
            <a:r>
              <a:rPr lang="en-US" altLang="ko-KR" dirty="0" smtClean="0">
                <a:latin typeface="+mn-ea"/>
              </a:rPr>
              <a:t>(1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dirty="0" err="1">
                <a:latin typeface="+mn-ea"/>
              </a:rPr>
              <a:t>searchWord</a:t>
            </a:r>
            <a:r>
              <a:rPr lang="en-US" altLang="ko-KR" dirty="0">
                <a:latin typeface="+mn-ea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3193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검색 리스트 만들기</a:t>
            </a:r>
            <a:endParaRPr lang="en-US" altLang="ko-KR" sz="1100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63569" y="1983617"/>
            <a:ext cx="9113521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conn.setAutoCommit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(false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); //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트랜잭션 처리를 위해서 </a:t>
            </a:r>
            <a:r>
              <a:rPr lang="en-US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AutoCommit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을 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중지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0880897-1794-495A-A3FA-F9C405E3E5D5}"/>
              </a:ext>
            </a:extLst>
          </p:cNvPr>
          <p:cNvSpPr txBox="1"/>
          <p:nvPr/>
        </p:nvSpPr>
        <p:spPr>
          <a:xfrm>
            <a:off x="1163570" y="1513778"/>
            <a:ext cx="4801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latin typeface="+mn-ea"/>
              </a:rPr>
              <a:t>자동저장 중지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163568" y="2649738"/>
            <a:ext cx="9113521" cy="37856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Connection con = null;</a:t>
            </a:r>
          </a:p>
          <a:p>
            <a:endParaRPr lang="en-US" altLang="ko-KR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try {</a:t>
            </a: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con = 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DriverManager.getConnection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url,uid,pwd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);</a:t>
            </a: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con.setAutoCommit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(false); //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트랜잭션 처리를 위해서 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AutoCommit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을 중지한다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endParaRPr lang="en-US" altLang="ko-KR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//....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데이타내의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수정문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(Insert, Update, Delete)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등을 수행</a:t>
            </a:r>
          </a:p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//....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데이타내의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수정문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(Insert, Update, Delete)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등을 수행</a:t>
            </a:r>
          </a:p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//....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데이타내의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수정문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(Insert, Update, Delete)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등을 수행</a:t>
            </a:r>
          </a:p>
          <a:p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//....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데이타내의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수정문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(Insert, Update, Delete)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등을 수행</a:t>
            </a:r>
          </a:p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con.commit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(); //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데이타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처리시 에러가 없다면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commit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수행</a:t>
            </a:r>
          </a:p>
          <a:p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catch(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SQLException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e) {</a:t>
            </a: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con.rollback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(); //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에러발생시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rollback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처리</a:t>
            </a:r>
          </a:p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e.printStackTrace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} finally {</a:t>
            </a: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con.setAutoCommit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(true); //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트랜잭션 처리를 </a:t>
            </a:r>
            <a:r>
              <a:rPr lang="ko-KR" altLang="en-US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기본상태로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되돌린다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 if( con != null ) </a:t>
            </a:r>
            <a:r>
              <a:rPr lang="en-US" altLang="ko-KR" sz="12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con.close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();</a:t>
            </a:r>
          </a:p>
          <a:p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 }</a:t>
            </a:r>
            <a:endParaRPr lang="en-US" altLang="ko-KR" sz="1200" b="1" i="0" dirty="0"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170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숫자 변환</a:t>
            </a:r>
            <a:endParaRPr lang="en-US" altLang="ko-KR" sz="11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0880897-1794-495A-A3FA-F9C405E3E5D5}"/>
              </a:ext>
            </a:extLst>
          </p:cNvPr>
          <p:cNvSpPr txBox="1"/>
          <p:nvPr/>
        </p:nvSpPr>
        <p:spPr>
          <a:xfrm>
            <a:off x="1163570" y="1571967"/>
            <a:ext cx="4801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atin typeface="+mn-ea"/>
              </a:rPr>
              <a:t>parseInt</a:t>
            </a:r>
            <a:r>
              <a:rPr lang="en-US" altLang="ko-KR" sz="2000" dirty="0">
                <a:latin typeface="+mn-ea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2F1BD62-93DA-495E-8BF0-5CF57A81E375}"/>
              </a:ext>
            </a:extLst>
          </p:cNvPr>
          <p:cNvSpPr txBox="1"/>
          <p:nvPr/>
        </p:nvSpPr>
        <p:spPr>
          <a:xfrm>
            <a:off x="1163570" y="2165528"/>
            <a:ext cx="87270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[ String</a:t>
            </a:r>
            <a:r>
              <a:rPr lang="ko-KR" altLang="en-US" sz="1600" dirty="0">
                <a:latin typeface="+mn-ea"/>
              </a:rPr>
              <a:t>객체에서 </a:t>
            </a:r>
            <a:r>
              <a:rPr lang="en-US" altLang="ko-KR" sz="1600" dirty="0">
                <a:latin typeface="+mn-ea"/>
              </a:rPr>
              <a:t>int</a:t>
            </a:r>
            <a:r>
              <a:rPr lang="ko-KR" altLang="en-US" sz="1600" dirty="0">
                <a:latin typeface="+mn-ea"/>
              </a:rPr>
              <a:t>형으로 변환 </a:t>
            </a:r>
            <a:r>
              <a:rPr lang="en-US" altLang="ko-KR" sz="1600" dirty="0">
                <a:latin typeface="+mn-ea"/>
              </a:rPr>
              <a:t>]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String str = "119";</a:t>
            </a:r>
          </a:p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i</a:t>
            </a:r>
            <a:r>
              <a:rPr lang="en-US" altLang="ko-KR" sz="1600" dirty="0">
                <a:latin typeface="+mn-ea"/>
              </a:rPr>
              <a:t> = </a:t>
            </a:r>
            <a:r>
              <a:rPr lang="en-US" altLang="ko-KR" sz="1600" dirty="0" err="1">
                <a:latin typeface="+mn-ea"/>
              </a:rPr>
              <a:t>Integer.parseInt</a:t>
            </a:r>
            <a:r>
              <a:rPr lang="en-US" altLang="ko-KR" sz="1600" dirty="0">
                <a:latin typeface="+mn-ea"/>
              </a:rPr>
              <a:t>(str);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E5B378A-6857-4247-A501-CFFC73F1CE60}"/>
              </a:ext>
            </a:extLst>
          </p:cNvPr>
          <p:cNvSpPr txBox="1"/>
          <p:nvPr/>
        </p:nvSpPr>
        <p:spPr>
          <a:xfrm>
            <a:off x="1163570" y="3898559"/>
            <a:ext cx="4801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atin typeface="+mn-ea"/>
              </a:rPr>
              <a:t>intValue</a:t>
            </a:r>
            <a:r>
              <a:rPr lang="en-US" altLang="ko-KR" sz="2000" dirty="0">
                <a:latin typeface="+mn-ea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5F6260E-279D-43A5-ACCC-12D74260307E}"/>
              </a:ext>
            </a:extLst>
          </p:cNvPr>
          <p:cNvSpPr txBox="1"/>
          <p:nvPr/>
        </p:nvSpPr>
        <p:spPr>
          <a:xfrm>
            <a:off x="1163570" y="4492120"/>
            <a:ext cx="87270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[ Integer</a:t>
            </a:r>
            <a:r>
              <a:rPr lang="ko-KR" altLang="en-US" sz="1600" dirty="0">
                <a:latin typeface="+mn-ea"/>
              </a:rPr>
              <a:t>객체에서 </a:t>
            </a:r>
            <a:r>
              <a:rPr lang="en-US" altLang="ko-KR" sz="1600" dirty="0">
                <a:latin typeface="+mn-ea"/>
              </a:rPr>
              <a:t>int</a:t>
            </a:r>
            <a:r>
              <a:rPr lang="ko-KR" altLang="en-US" sz="1600" dirty="0">
                <a:latin typeface="+mn-ea"/>
              </a:rPr>
              <a:t>형으로 변환 </a:t>
            </a:r>
            <a:r>
              <a:rPr lang="en-US" altLang="ko-KR" sz="1600" dirty="0">
                <a:latin typeface="+mn-ea"/>
              </a:rPr>
              <a:t>]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Integer </a:t>
            </a:r>
            <a:r>
              <a:rPr lang="en-US" altLang="ko-KR" sz="1600" dirty="0" err="1">
                <a:latin typeface="+mn-ea"/>
              </a:rPr>
              <a:t>i</a:t>
            </a:r>
            <a:r>
              <a:rPr lang="en-US" altLang="ko-KR" sz="1600" dirty="0">
                <a:latin typeface="+mn-ea"/>
              </a:rPr>
              <a:t> = new Integer(150);</a:t>
            </a:r>
          </a:p>
          <a:p>
            <a:r>
              <a:rPr lang="en-US" altLang="ko-KR" sz="1600" dirty="0" err="1">
                <a:latin typeface="+mn-ea"/>
              </a:rPr>
              <a:t>i.intValue</a:t>
            </a:r>
            <a:r>
              <a:rPr lang="en-US" altLang="ko-KR" sz="1600" dirty="0">
                <a:latin typeface="+mn-ea"/>
              </a:rPr>
              <a:t>();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A8BFBF4C-3E77-47A2-9376-1696578A70E4}"/>
              </a:ext>
            </a:extLst>
          </p:cNvPr>
          <p:cNvSpPr/>
          <p:nvPr/>
        </p:nvSpPr>
        <p:spPr>
          <a:xfrm>
            <a:off x="1163570" y="5754764"/>
            <a:ext cx="4663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n-NO" altLang="ko-KR" b="1" dirty="0">
                <a:solidFill>
                  <a:srgbClr val="333333"/>
                </a:solidFill>
                <a:latin typeface="verdana" panose="020B0604030504040204" pitchFamily="34" charset="0"/>
              </a:rPr>
              <a:t>int</a:t>
            </a:r>
            <a:r>
              <a:rPr lang="nn-NO" altLang="ko-KR" dirty="0">
                <a:solidFill>
                  <a:srgbClr val="333333"/>
                </a:solidFill>
                <a:latin typeface="verdana" panose="020B0604030504040204" pitchFamily="34" charset="0"/>
              </a:rPr>
              <a:t> i = Integer.valueOf(str).intValue();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="" xmlns:a16="http://schemas.microsoft.com/office/drawing/2014/main" id="{902C125D-6CFE-486A-8D22-B21DFD13BA36}"/>
              </a:ext>
            </a:extLst>
          </p:cNvPr>
          <p:cNvCxnSpPr/>
          <p:nvPr/>
        </p:nvCxnSpPr>
        <p:spPr>
          <a:xfrm>
            <a:off x="1073791" y="3624044"/>
            <a:ext cx="95970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25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하단 </a:t>
            </a:r>
            <a:r>
              <a:rPr lang="ko-KR" altLang="en-US" sz="1100" dirty="0" err="1">
                <a:latin typeface="+mn-ea"/>
              </a:rPr>
              <a:t>번호넣기</a:t>
            </a:r>
            <a:endParaRPr lang="en-US" altLang="ko-KR" sz="110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59ABCDD9-3F43-4F1E-9FEA-CBE303EA8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08" y="1456539"/>
            <a:ext cx="4848225" cy="29718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="" xmlns:a16="http://schemas.microsoft.com/office/drawing/2014/main" id="{65C06A9A-383A-46DB-92A0-BCA66C59FF14}"/>
              </a:ext>
            </a:extLst>
          </p:cNvPr>
          <p:cNvSpPr/>
          <p:nvPr/>
        </p:nvSpPr>
        <p:spPr>
          <a:xfrm>
            <a:off x="1644242" y="4029649"/>
            <a:ext cx="310393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0823E69-38D3-4462-B88D-8C44CB895736}"/>
              </a:ext>
            </a:extLst>
          </p:cNvPr>
          <p:cNvSpPr txBox="1"/>
          <p:nvPr/>
        </p:nvSpPr>
        <p:spPr>
          <a:xfrm>
            <a:off x="1163570" y="4685571"/>
            <a:ext cx="4801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하단 </a:t>
            </a:r>
            <a:r>
              <a:rPr lang="ko-KR" altLang="en-US" sz="2000" dirty="0" err="1">
                <a:latin typeface="+mn-ea"/>
              </a:rPr>
              <a:t>번호넣기에</a:t>
            </a:r>
            <a:r>
              <a:rPr lang="ko-KR" altLang="en-US" sz="2000" dirty="0">
                <a:latin typeface="+mn-ea"/>
              </a:rPr>
              <a:t> 필요한 변수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74F3BCA9-1B26-4242-9D8F-E71D2703F896}"/>
              </a:ext>
            </a:extLst>
          </p:cNvPr>
          <p:cNvSpPr txBox="1"/>
          <p:nvPr/>
        </p:nvSpPr>
        <p:spPr>
          <a:xfrm>
            <a:off x="1163570" y="5081249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1. </a:t>
            </a:r>
            <a:r>
              <a:rPr lang="ko-KR" altLang="en-US" sz="1600" dirty="0">
                <a:latin typeface="+mn-ea"/>
              </a:rPr>
              <a:t>총 게시글 수 </a:t>
            </a:r>
            <a:r>
              <a:rPr lang="en-US" altLang="ko-KR" sz="1600" dirty="0">
                <a:latin typeface="+mn-ea"/>
              </a:rPr>
              <a:t>( </a:t>
            </a:r>
            <a:r>
              <a:rPr lang="en-US" altLang="ko-KR" sz="1600" dirty="0" err="1" smtClean="0">
                <a:latin typeface="+mn-ea"/>
              </a:rPr>
              <a:t>listcountAll</a:t>
            </a:r>
            <a:r>
              <a:rPr lang="en-US" altLang="ko-KR" sz="1600" dirty="0" smtClean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)</a:t>
            </a:r>
          </a:p>
        </p:txBody>
      </p:sp>
      <p:cxnSp>
        <p:nvCxnSpPr>
          <p:cNvPr id="18" name="연결선: 꺾임 17">
            <a:extLst>
              <a:ext uri="{FF2B5EF4-FFF2-40B4-BE49-F238E27FC236}">
                <a16:creationId xmlns="" xmlns:a16="http://schemas.microsoft.com/office/drawing/2014/main" id="{C4EE35E8-8AF5-4EDE-A7D3-2D97C352C889}"/>
              </a:ext>
            </a:extLst>
          </p:cNvPr>
          <p:cNvCxnSpPr>
            <a:cxnSpLocks/>
            <a:stCxn id="11" idx="2"/>
            <a:endCxn id="22" idx="1"/>
          </p:cNvCxnSpPr>
          <p:nvPr/>
        </p:nvCxnSpPr>
        <p:spPr>
          <a:xfrm rot="5400000">
            <a:off x="916945" y="4713976"/>
            <a:ext cx="1129120" cy="635869"/>
          </a:xfrm>
          <a:prstGeom prst="bentConnector4">
            <a:avLst>
              <a:gd name="adj1" fmla="val 16500"/>
              <a:gd name="adj2" fmla="val 13595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5C1E1F1E-B35D-4FD6-8725-A4B3B34D35D5}"/>
              </a:ext>
            </a:extLst>
          </p:cNvPr>
          <p:cNvSpPr txBox="1"/>
          <p:nvPr/>
        </p:nvSpPr>
        <p:spPr>
          <a:xfrm>
            <a:off x="1163570" y="5427193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2. </a:t>
            </a:r>
            <a:r>
              <a:rPr lang="ko-KR" altLang="en-US" sz="1600" dirty="0">
                <a:latin typeface="+mn-ea"/>
              </a:rPr>
              <a:t>현재 하단페이지 </a:t>
            </a:r>
            <a:r>
              <a:rPr lang="en-US" altLang="ko-KR" sz="1600" dirty="0">
                <a:latin typeface="+mn-ea"/>
              </a:rPr>
              <a:t>( page 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C2510943-BDA2-4700-A317-837228C8F357}"/>
              </a:ext>
            </a:extLst>
          </p:cNvPr>
          <p:cNvSpPr txBox="1"/>
          <p:nvPr/>
        </p:nvSpPr>
        <p:spPr>
          <a:xfrm>
            <a:off x="1163570" y="5773137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3. </a:t>
            </a:r>
            <a:r>
              <a:rPr lang="ko-KR" altLang="en-US" sz="1600" dirty="0">
                <a:latin typeface="+mn-ea"/>
              </a:rPr>
              <a:t>최대 페이지 </a:t>
            </a:r>
            <a:r>
              <a:rPr lang="en-US" altLang="ko-KR" sz="1600" dirty="0">
                <a:latin typeface="+mn-ea"/>
              </a:rPr>
              <a:t>( </a:t>
            </a:r>
            <a:r>
              <a:rPr lang="en-US" altLang="ko-KR" sz="1600" dirty="0" err="1">
                <a:latin typeface="+mn-ea"/>
              </a:rPr>
              <a:t>maxpage</a:t>
            </a:r>
            <a:r>
              <a:rPr lang="en-US" altLang="ko-KR" sz="1600" dirty="0">
                <a:latin typeface="+mn-ea"/>
              </a:rPr>
              <a:t> 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4AFABFFF-966D-4579-A0E1-17EF3435B7FD}"/>
              </a:ext>
            </a:extLst>
          </p:cNvPr>
          <p:cNvSpPr txBox="1"/>
          <p:nvPr/>
        </p:nvSpPr>
        <p:spPr>
          <a:xfrm>
            <a:off x="1163570" y="6119081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4. </a:t>
            </a:r>
            <a:r>
              <a:rPr lang="ko-KR" altLang="en-US" sz="1600" dirty="0">
                <a:latin typeface="+mn-ea"/>
              </a:rPr>
              <a:t>처음 페이지 </a:t>
            </a:r>
            <a:r>
              <a:rPr lang="en-US" altLang="ko-KR" sz="1600" dirty="0">
                <a:latin typeface="+mn-ea"/>
              </a:rPr>
              <a:t>( </a:t>
            </a:r>
            <a:r>
              <a:rPr lang="en-US" altLang="ko-KR" sz="1600" dirty="0" err="1">
                <a:latin typeface="+mn-ea"/>
              </a:rPr>
              <a:t>startpage</a:t>
            </a:r>
            <a:r>
              <a:rPr lang="en-US" altLang="ko-KR" sz="1600" dirty="0">
                <a:latin typeface="+mn-ea"/>
              </a:rPr>
              <a:t> 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B0F5F5E5-7998-461E-9C2B-F549D9B0C668}"/>
              </a:ext>
            </a:extLst>
          </p:cNvPr>
          <p:cNvSpPr txBox="1"/>
          <p:nvPr/>
        </p:nvSpPr>
        <p:spPr>
          <a:xfrm>
            <a:off x="1163570" y="6465025"/>
            <a:ext cx="872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5. </a:t>
            </a:r>
            <a:r>
              <a:rPr lang="ko-KR" altLang="en-US" sz="1600" dirty="0">
                <a:latin typeface="+mn-ea"/>
              </a:rPr>
              <a:t>마지막 페이지 </a:t>
            </a:r>
            <a:r>
              <a:rPr lang="en-US" altLang="ko-KR" sz="1600" dirty="0">
                <a:latin typeface="+mn-ea"/>
              </a:rPr>
              <a:t>(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 )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18D40CCE-D89A-460C-9B10-863B5C98C111}"/>
              </a:ext>
            </a:extLst>
          </p:cNvPr>
          <p:cNvSpPr/>
          <p:nvPr/>
        </p:nvSpPr>
        <p:spPr>
          <a:xfrm>
            <a:off x="760908" y="4029649"/>
            <a:ext cx="556164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="" xmlns:a16="http://schemas.microsoft.com/office/drawing/2014/main" id="{566F68A4-9AFF-49FB-AB3A-F9AA1A5F9E96}"/>
              </a:ext>
            </a:extLst>
          </p:cNvPr>
          <p:cNvSpPr/>
          <p:nvPr/>
        </p:nvSpPr>
        <p:spPr>
          <a:xfrm>
            <a:off x="2244047" y="4029649"/>
            <a:ext cx="556164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="" xmlns:a16="http://schemas.microsoft.com/office/drawing/2014/main" id="{3EAE5C05-F780-4ECE-A2E8-D3ABC8D19C20}"/>
              </a:ext>
            </a:extLst>
          </p:cNvPr>
          <p:cNvSpPr/>
          <p:nvPr/>
        </p:nvSpPr>
        <p:spPr>
          <a:xfrm>
            <a:off x="1325460" y="4029649"/>
            <a:ext cx="310393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="" xmlns:a16="http://schemas.microsoft.com/office/drawing/2014/main" id="{9ABA08E6-0F02-4037-8FE6-6BE0677D81C4}"/>
              </a:ext>
            </a:extLst>
          </p:cNvPr>
          <p:cNvSpPr/>
          <p:nvPr/>
        </p:nvSpPr>
        <p:spPr>
          <a:xfrm>
            <a:off x="1944148" y="4029649"/>
            <a:ext cx="310393" cy="43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연결선: 꺾임 35">
            <a:extLst>
              <a:ext uri="{FF2B5EF4-FFF2-40B4-BE49-F238E27FC236}">
                <a16:creationId xmlns="" xmlns:a16="http://schemas.microsoft.com/office/drawing/2014/main" id="{09EE06B1-FEC7-495D-8A8E-7CF9B8B2A444}"/>
              </a:ext>
            </a:extLst>
          </p:cNvPr>
          <p:cNvCxnSpPr>
            <a:cxnSpLocks/>
            <a:stCxn id="31" idx="2"/>
            <a:endCxn id="25" idx="1"/>
          </p:cNvCxnSpPr>
          <p:nvPr/>
        </p:nvCxnSpPr>
        <p:spPr>
          <a:xfrm rot="5400000">
            <a:off x="411610" y="5219311"/>
            <a:ext cx="1821008" cy="317087"/>
          </a:xfrm>
          <a:prstGeom prst="bentConnector4">
            <a:avLst>
              <a:gd name="adj1" fmla="val 10142"/>
              <a:gd name="adj2" fmla="val 17209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="" xmlns:a16="http://schemas.microsoft.com/office/drawing/2014/main" id="{0E9F44B8-4B0F-48F9-A669-7CA62E614947}"/>
              </a:ext>
            </a:extLst>
          </p:cNvPr>
          <p:cNvCxnSpPr>
            <a:cxnSpLocks/>
            <a:endCxn id="26" idx="1"/>
          </p:cNvCxnSpPr>
          <p:nvPr/>
        </p:nvCxnSpPr>
        <p:spPr>
          <a:xfrm rot="5400000">
            <a:off x="542736" y="5088186"/>
            <a:ext cx="2166950" cy="925282"/>
          </a:xfrm>
          <a:prstGeom prst="bentConnector4">
            <a:avLst>
              <a:gd name="adj1" fmla="val 8585"/>
              <a:gd name="adj2" fmla="val 12470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4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페이지 수치계산</a:t>
            </a:r>
            <a:endParaRPr lang="en-US" altLang="ko-KR" sz="11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2F1BD62-93DA-495E-8BF0-5CF57A81E375}"/>
              </a:ext>
            </a:extLst>
          </p:cNvPr>
          <p:cNvSpPr txBox="1"/>
          <p:nvPr/>
        </p:nvSpPr>
        <p:spPr>
          <a:xfrm>
            <a:off x="836399" y="1494211"/>
            <a:ext cx="87270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[ BListCommand.java ]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Int page = 1;  //</a:t>
            </a:r>
            <a:r>
              <a:rPr lang="ko-KR" altLang="en-US" sz="1600" dirty="0">
                <a:latin typeface="+mn-ea"/>
              </a:rPr>
              <a:t>현재페이지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rowPerPage</a:t>
            </a:r>
            <a:r>
              <a:rPr lang="en-US" altLang="ko-KR" sz="1600" dirty="0">
                <a:latin typeface="+mn-ea"/>
              </a:rPr>
              <a:t> = 10;  // </a:t>
            </a:r>
            <a:r>
              <a:rPr lang="ko-KR" altLang="en-US" sz="1600" dirty="0">
                <a:latin typeface="+mn-ea"/>
              </a:rPr>
              <a:t>게시글 </a:t>
            </a:r>
            <a:r>
              <a:rPr lang="en-US" altLang="ko-KR" sz="1600" dirty="0">
                <a:latin typeface="+mn-ea"/>
              </a:rPr>
              <a:t>5</a:t>
            </a:r>
            <a:r>
              <a:rPr lang="ko-KR" altLang="en-US" sz="1600" dirty="0">
                <a:latin typeface="+mn-ea"/>
              </a:rPr>
              <a:t>개 </a:t>
            </a:r>
            <a:r>
              <a:rPr lang="en-US" altLang="ko-KR" sz="1600" dirty="0">
                <a:latin typeface="+mn-ea"/>
              </a:rPr>
              <a:t>/ 10</a:t>
            </a:r>
            <a:r>
              <a:rPr lang="ko-KR" altLang="en-US" sz="1600" dirty="0">
                <a:latin typeface="+mn-ea"/>
              </a:rPr>
              <a:t>개  </a:t>
            </a:r>
            <a:r>
              <a:rPr lang="en-US" altLang="ko-KR" sz="1600" dirty="0">
                <a:latin typeface="+mn-ea"/>
              </a:rPr>
              <a:t>/ 20</a:t>
            </a:r>
            <a:r>
              <a:rPr lang="ko-KR" altLang="en-US" sz="1600" dirty="0">
                <a:latin typeface="+mn-ea"/>
              </a:rPr>
              <a:t>개</a:t>
            </a:r>
            <a:r>
              <a:rPr lang="en-US" altLang="ko-KR" sz="1600" dirty="0">
                <a:latin typeface="+mn-ea"/>
              </a:rPr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17F784D-D701-4FDC-B0E0-968CA4A2013F}"/>
              </a:ext>
            </a:extLst>
          </p:cNvPr>
          <p:cNvSpPr txBox="1"/>
          <p:nvPr/>
        </p:nvSpPr>
        <p:spPr>
          <a:xfrm>
            <a:off x="836399" y="2753626"/>
            <a:ext cx="872705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maxpage</a:t>
            </a:r>
            <a:r>
              <a:rPr lang="en-US" altLang="ko-KR" sz="1600" dirty="0" smtClean="0">
                <a:latin typeface="+mn-ea"/>
              </a:rPr>
              <a:t>= (</a:t>
            </a: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) </a:t>
            </a:r>
            <a:r>
              <a:rPr lang="en-US" altLang="ko-KR" sz="1600" dirty="0" err="1">
                <a:latin typeface="+mn-ea"/>
              </a:rPr>
              <a:t>Math.ceil</a:t>
            </a:r>
            <a:r>
              <a:rPr lang="en-US" altLang="ko-KR" sz="1600" dirty="0">
                <a:latin typeface="+mn-ea"/>
              </a:rPr>
              <a:t>((double)</a:t>
            </a:r>
            <a:r>
              <a:rPr lang="en-US" altLang="ko-KR" sz="1600" dirty="0" err="1">
                <a:latin typeface="+mn-ea"/>
              </a:rPr>
              <a:t>countAll</a:t>
            </a:r>
            <a:r>
              <a:rPr lang="en-US" altLang="ko-KR" sz="1600" dirty="0">
                <a:latin typeface="+mn-ea"/>
              </a:rPr>
              <a:t>/</a:t>
            </a:r>
            <a:r>
              <a:rPr lang="en-US" altLang="ko-KR" sz="1600" dirty="0" err="1">
                <a:latin typeface="+mn-ea"/>
              </a:rPr>
              <a:t>rowPerPage</a:t>
            </a:r>
            <a:r>
              <a:rPr lang="en-US" altLang="ko-KR" sz="1600" dirty="0">
                <a:latin typeface="+mn-ea"/>
              </a:rPr>
              <a:t>); </a:t>
            </a:r>
          </a:p>
          <a:p>
            <a:r>
              <a:rPr lang="en-US" altLang="ko-KR" sz="1600" dirty="0">
                <a:latin typeface="+mn-ea"/>
              </a:rPr>
              <a:t>//</a:t>
            </a:r>
            <a:r>
              <a:rPr lang="ko-KR" altLang="en-US" sz="1600" dirty="0">
                <a:latin typeface="+mn-ea"/>
              </a:rPr>
              <a:t>최대 페이지수</a:t>
            </a:r>
          </a:p>
          <a:p>
            <a:r>
              <a:rPr lang="en-US" altLang="ko-KR" sz="1600" dirty="0">
                <a:latin typeface="+mn-ea"/>
              </a:rPr>
              <a:t>// </a:t>
            </a:r>
            <a:r>
              <a:rPr lang="ko-KR" altLang="en-US" sz="1600" dirty="0" smtClean="0">
                <a:latin typeface="+mn-ea"/>
              </a:rPr>
              <a:t>소수점이 있으면 무조건 올림</a:t>
            </a:r>
            <a:r>
              <a:rPr lang="en-US" altLang="ko-KR" sz="1600" dirty="0" smtClean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</a:t>
            </a:r>
          </a:p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startpage</a:t>
            </a: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smtClean="0">
                <a:latin typeface="+mn-ea"/>
              </a:rPr>
              <a:t>=(</a:t>
            </a:r>
            <a:r>
              <a:rPr lang="en-US" altLang="ko-KR" sz="1600" dirty="0" err="1" smtClean="0">
                <a:latin typeface="+mn-ea"/>
              </a:rPr>
              <a:t>int</a:t>
            </a:r>
            <a:r>
              <a:rPr lang="en-US" altLang="ko-KR" sz="1600" dirty="0" smtClean="0">
                <a:latin typeface="+mn-ea"/>
              </a:rPr>
              <a:t>)</a:t>
            </a:r>
            <a:r>
              <a:rPr lang="en-US" altLang="ko-KR" dirty="0" smtClean="0"/>
              <a:t>((</a:t>
            </a:r>
            <a:r>
              <a:rPr lang="en-US" altLang="ko-KR" dirty="0"/>
              <a:t>page-1)/10)*10 + 1</a:t>
            </a:r>
            <a:r>
              <a:rPr lang="en-US" altLang="ko-KR" sz="1600" dirty="0" smtClean="0">
                <a:latin typeface="+mn-ea"/>
              </a:rPr>
              <a:t>;</a:t>
            </a:r>
          </a:p>
          <a:p>
            <a:r>
              <a:rPr lang="en-US" altLang="ko-KR" sz="1600" dirty="0" smtClean="0">
                <a:latin typeface="+mn-ea"/>
              </a:rPr>
              <a:t>//</a:t>
            </a:r>
            <a:r>
              <a:rPr lang="ko-KR" altLang="en-US" sz="1600" dirty="0">
                <a:latin typeface="+mn-ea"/>
              </a:rPr>
              <a:t>처음페이지</a:t>
            </a:r>
            <a:r>
              <a:rPr lang="en-US" altLang="ko-KR" sz="1600" dirty="0">
                <a:latin typeface="+mn-ea"/>
              </a:rPr>
              <a:t>(1, 11, 21 ...) 10</a:t>
            </a:r>
            <a:r>
              <a:rPr lang="ko-KR" altLang="en-US" sz="1600" dirty="0">
                <a:latin typeface="+mn-ea"/>
              </a:rPr>
              <a:t>개 단위로 </a:t>
            </a:r>
            <a:r>
              <a:rPr lang="en-US" altLang="ko-KR" sz="1600" dirty="0">
                <a:latin typeface="+mn-ea"/>
              </a:rPr>
              <a:t>11,12,13 ...20</a:t>
            </a:r>
          </a:p>
          <a:p>
            <a:r>
              <a:rPr lang="en-US" altLang="ko-KR" sz="1600" dirty="0">
                <a:latin typeface="+mn-ea"/>
              </a:rPr>
              <a:t>// 3/10 + 0.9=1.2  (1-1)*10+1 -&gt; 1   12/10+0.9=2.1 (2-1)*10+1 -&gt; 11 		      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int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 = </a:t>
            </a:r>
            <a:r>
              <a:rPr lang="en-US" altLang="ko-KR" sz="1600" dirty="0" err="1">
                <a:latin typeface="+mn-ea"/>
              </a:rPr>
              <a:t>maxpage</a:t>
            </a:r>
            <a:r>
              <a:rPr lang="en-US" altLang="ko-KR" sz="1600" dirty="0">
                <a:latin typeface="+mn-ea"/>
              </a:rPr>
              <a:t>; </a:t>
            </a:r>
          </a:p>
          <a:p>
            <a:r>
              <a:rPr lang="en-US" altLang="ko-KR" sz="1600" dirty="0">
                <a:latin typeface="+mn-ea"/>
              </a:rPr>
              <a:t>//</a:t>
            </a:r>
            <a:r>
              <a:rPr lang="ko-KR" altLang="en-US" sz="1600" dirty="0">
                <a:latin typeface="+mn-ea"/>
              </a:rPr>
              <a:t>마지막페이지</a:t>
            </a:r>
            <a:r>
              <a:rPr lang="en-US" altLang="ko-KR" sz="1600" dirty="0">
                <a:latin typeface="+mn-ea"/>
              </a:rPr>
              <a:t>(10, 20, 30 ...)</a:t>
            </a:r>
          </a:p>
          <a:p>
            <a:r>
              <a:rPr lang="en-US" altLang="ko-KR" sz="1600" dirty="0">
                <a:latin typeface="+mn-ea"/>
              </a:rPr>
              <a:t>// </a:t>
            </a:r>
            <a:r>
              <a:rPr lang="ko-KR" altLang="en-US" sz="1600" dirty="0">
                <a:latin typeface="+mn-ea"/>
              </a:rPr>
              <a:t>최대 </a:t>
            </a:r>
            <a:r>
              <a:rPr lang="en-US" altLang="ko-KR" sz="1600" dirty="0">
                <a:latin typeface="+mn-ea"/>
              </a:rPr>
              <a:t>1~10</a:t>
            </a:r>
            <a:r>
              <a:rPr lang="ko-KR" altLang="en-US" sz="1600" dirty="0">
                <a:latin typeface="+mn-ea"/>
              </a:rPr>
              <a:t>페이지까지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ko-KR" altLang="en-US" sz="1600" dirty="0">
                <a:latin typeface="+mn-ea"/>
              </a:rPr>
              <a:t>로 변경 </a:t>
            </a:r>
            <a:endParaRPr lang="en-US" altLang="ko-KR" sz="1600" dirty="0">
              <a:latin typeface="+mn-ea"/>
            </a:endParaRPr>
          </a:p>
          <a:p>
            <a:endParaRPr lang="ko-KR" altLang="en-US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if (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&gt;startpage+10-1) </a:t>
            </a:r>
            <a:r>
              <a:rPr lang="en-US" altLang="ko-KR" sz="1600" dirty="0" err="1">
                <a:latin typeface="+mn-ea"/>
              </a:rPr>
              <a:t>endpage</a:t>
            </a:r>
            <a:r>
              <a:rPr lang="en-US" altLang="ko-KR" sz="1600" dirty="0">
                <a:latin typeface="+mn-ea"/>
              </a:rPr>
              <a:t>=startpage+10-1;</a:t>
            </a:r>
          </a:p>
          <a:p>
            <a:r>
              <a:rPr lang="en-US" altLang="ko-KR" sz="1600" dirty="0">
                <a:latin typeface="+mn-ea"/>
              </a:rPr>
              <a:t>// max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11</a:t>
            </a:r>
            <a:r>
              <a:rPr lang="ko-KR" altLang="en-US" sz="1600" dirty="0">
                <a:latin typeface="+mn-ea"/>
              </a:rPr>
              <a:t>페이지가 있을 경우 </a:t>
            </a:r>
            <a:r>
              <a:rPr lang="en-US" altLang="ko-KR" sz="1600" dirty="0">
                <a:latin typeface="+mn-ea"/>
              </a:rPr>
              <a:t>(11&gt;1) 10 = 1+10-1 </a:t>
            </a:r>
            <a:r>
              <a:rPr lang="ko-KR" altLang="en-US" sz="1600" dirty="0">
                <a:latin typeface="+mn-ea"/>
              </a:rPr>
              <a:t>이므로 </a:t>
            </a:r>
            <a:r>
              <a:rPr lang="en-US" altLang="ko-KR" sz="1600" dirty="0">
                <a:latin typeface="+mn-ea"/>
              </a:rPr>
              <a:t>10</a:t>
            </a:r>
            <a:r>
              <a:rPr lang="ko-KR" altLang="en-US" sz="1600" dirty="0">
                <a:latin typeface="+mn-ea"/>
              </a:rPr>
              <a:t>으로 변경</a:t>
            </a:r>
          </a:p>
          <a:p>
            <a:r>
              <a:rPr lang="en-US" altLang="ko-KR" sz="1600" dirty="0">
                <a:latin typeface="+mn-ea"/>
              </a:rPr>
              <a:t>// max</a:t>
            </a:r>
            <a:r>
              <a:rPr lang="ko-KR" altLang="en-US" sz="1600" dirty="0">
                <a:latin typeface="+mn-ea"/>
              </a:rPr>
              <a:t>가 </a:t>
            </a:r>
            <a:r>
              <a:rPr lang="en-US" altLang="ko-KR" sz="1600" dirty="0">
                <a:latin typeface="+mn-ea"/>
              </a:rPr>
              <a:t>23</a:t>
            </a:r>
            <a:r>
              <a:rPr lang="ko-KR" altLang="en-US" sz="1600" dirty="0">
                <a:latin typeface="+mn-ea"/>
              </a:rPr>
              <a:t>페이지가 있을 경우 </a:t>
            </a:r>
            <a:r>
              <a:rPr lang="en-US" altLang="ko-KR" sz="1600" dirty="0">
                <a:latin typeface="+mn-ea"/>
              </a:rPr>
              <a:t>(13&gt;1) 10 = 1+10-1 </a:t>
            </a:r>
            <a:r>
              <a:rPr lang="ko-KR" altLang="en-US" sz="1600" dirty="0">
                <a:latin typeface="+mn-ea"/>
              </a:rPr>
              <a:t>이므로 </a:t>
            </a:r>
            <a:r>
              <a:rPr lang="en-US" altLang="ko-KR" sz="1600" dirty="0">
                <a:latin typeface="+mn-ea"/>
              </a:rPr>
              <a:t>10</a:t>
            </a:r>
            <a:r>
              <a:rPr lang="ko-KR" altLang="en-US" sz="1600" dirty="0">
                <a:latin typeface="+mn-ea"/>
              </a:rPr>
              <a:t>으로 변경 </a:t>
            </a:r>
            <a:r>
              <a:rPr lang="en-US" altLang="ko-KR" sz="1600" dirty="0">
                <a:latin typeface="+mn-ea"/>
              </a:rPr>
              <a:t>, 20 = 11+10-1</a:t>
            </a:r>
          </a:p>
        </p:txBody>
      </p:sp>
    </p:spTree>
    <p:extLst>
      <p:ext uri="{BB962C8B-B14F-4D97-AF65-F5344CB8AC3E}">
        <p14:creationId xmlns:p14="http://schemas.microsoft.com/office/powerpoint/2010/main" val="394405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Bdao.java - </a:t>
            </a:r>
            <a:r>
              <a:rPr lang="en-US" altLang="ko-KR" sz="1100" dirty="0" err="1">
                <a:latin typeface="+mn-ea"/>
              </a:rPr>
              <a:t>sql</a:t>
            </a:r>
            <a:r>
              <a:rPr lang="ko-KR" altLang="en-US" sz="1100" dirty="0">
                <a:latin typeface="+mn-ea"/>
              </a:rPr>
              <a:t>구문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216402" y="1772776"/>
            <a:ext cx="92782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int</a:t>
            </a:r>
            <a:r>
              <a:rPr lang="ko-KR" altLang="en-US" b="1" dirty="0"/>
              <a:t> </a:t>
            </a:r>
            <a:r>
              <a:rPr lang="en-US" altLang="ko-KR" b="1" dirty="0" err="1"/>
              <a:t>startrow</a:t>
            </a:r>
            <a:r>
              <a:rPr lang="en-US" altLang="ko-KR" b="1" dirty="0"/>
              <a:t>=(page-1)*10+1; </a:t>
            </a:r>
          </a:p>
          <a:p>
            <a:r>
              <a:rPr lang="en-US" altLang="ko-KR" b="1" dirty="0"/>
              <a:t>//</a:t>
            </a:r>
            <a:r>
              <a:rPr lang="ko-KR" altLang="en-US" b="1" dirty="0"/>
              <a:t>페이지 최초 번호</a:t>
            </a:r>
            <a:endParaRPr lang="en-US" altLang="ko-KR" b="1" dirty="0"/>
          </a:p>
          <a:p>
            <a:r>
              <a:rPr lang="en-US" altLang="ko-KR" b="1" dirty="0"/>
              <a:t>// page</a:t>
            </a:r>
            <a:r>
              <a:rPr lang="ko-KR" altLang="en-US" b="1" dirty="0"/>
              <a:t>가 </a:t>
            </a:r>
            <a:r>
              <a:rPr lang="en-US" altLang="ko-KR" b="1" dirty="0"/>
              <a:t>1</a:t>
            </a:r>
            <a:r>
              <a:rPr lang="ko-KR" altLang="en-US" b="1" dirty="0"/>
              <a:t>일 경우 </a:t>
            </a:r>
            <a:r>
              <a:rPr lang="en-US" altLang="ko-KR" b="1" dirty="0"/>
              <a:t>: (1-1)*10+1 = 1, page 8</a:t>
            </a:r>
            <a:r>
              <a:rPr lang="ko-KR" altLang="en-US" b="1" dirty="0" err="1"/>
              <a:t>일경우</a:t>
            </a:r>
            <a:r>
              <a:rPr lang="ko-KR" altLang="en-US" b="1" dirty="0"/>
              <a:t> </a:t>
            </a:r>
            <a:r>
              <a:rPr lang="en-US" altLang="ko-KR" b="1" dirty="0"/>
              <a:t>: (8-1)*10+1=71</a:t>
            </a:r>
          </a:p>
          <a:p>
            <a:endParaRPr lang="ko-KR" altLang="en-US" b="1" dirty="0"/>
          </a:p>
          <a:p>
            <a:r>
              <a:rPr lang="en-US" altLang="ko-KR" b="1" dirty="0" err="1"/>
              <a:t>int</a:t>
            </a:r>
            <a:r>
              <a:rPr lang="en-US" altLang="ko-KR" b="1" dirty="0"/>
              <a:t> </a:t>
            </a:r>
            <a:r>
              <a:rPr lang="en-US" altLang="ko-KR" b="1" dirty="0" err="1" smtClean="0"/>
              <a:t>endrow</a:t>
            </a:r>
            <a:r>
              <a:rPr lang="en-US" altLang="ko-KR" b="1" smtClean="0"/>
              <a:t>=startrow+rowPage-1</a:t>
            </a:r>
            <a:r>
              <a:rPr lang="en-US" altLang="ko-KR" b="1" dirty="0"/>
              <a:t>; </a:t>
            </a:r>
          </a:p>
          <a:p>
            <a:r>
              <a:rPr lang="en-US" altLang="ko-KR" b="1" dirty="0"/>
              <a:t>//</a:t>
            </a:r>
            <a:r>
              <a:rPr lang="ko-KR" altLang="en-US" b="1" dirty="0"/>
              <a:t>페이지 마지막 번호 </a:t>
            </a:r>
            <a:endParaRPr lang="en-US" altLang="ko-KR" b="1" dirty="0"/>
          </a:p>
          <a:p>
            <a:r>
              <a:rPr lang="en-US" altLang="ko-KR" b="1" dirty="0"/>
              <a:t>// page</a:t>
            </a:r>
            <a:r>
              <a:rPr lang="ko-KR" altLang="en-US" b="1" dirty="0"/>
              <a:t>가 </a:t>
            </a:r>
            <a:r>
              <a:rPr lang="en-US" altLang="ko-KR" b="1" dirty="0"/>
              <a:t>1</a:t>
            </a:r>
            <a:r>
              <a:rPr lang="ko-KR" altLang="en-US" b="1" dirty="0"/>
              <a:t>일 경우 </a:t>
            </a:r>
            <a:r>
              <a:rPr lang="en-US" altLang="ko-KR" b="1" dirty="0"/>
              <a:t>: 1+10+1 = 10, page 8</a:t>
            </a:r>
            <a:r>
              <a:rPr lang="ko-KR" altLang="en-US" b="1" dirty="0" err="1"/>
              <a:t>일경우</a:t>
            </a:r>
            <a:r>
              <a:rPr lang="ko-KR" altLang="en-US" b="1" dirty="0"/>
              <a:t> </a:t>
            </a:r>
            <a:r>
              <a:rPr lang="en-US" altLang="ko-KR" b="1" dirty="0"/>
              <a:t>: 71+10-1=80</a:t>
            </a:r>
          </a:p>
        </p:txBody>
      </p:sp>
    </p:spTree>
    <p:extLst>
      <p:ext uri="{BB962C8B-B14F-4D97-AF65-F5344CB8AC3E}">
        <p14:creationId xmlns:p14="http://schemas.microsoft.com/office/powerpoint/2010/main" val="379725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Bdao.java - </a:t>
            </a:r>
            <a:r>
              <a:rPr lang="en-US" altLang="ko-KR" sz="1100" dirty="0" err="1">
                <a:latin typeface="+mn-ea"/>
              </a:rPr>
              <a:t>sql</a:t>
            </a:r>
            <a:r>
              <a:rPr lang="ko-KR" altLang="en-US" sz="1100" dirty="0">
                <a:latin typeface="+mn-ea"/>
              </a:rPr>
              <a:t>구문</a:t>
            </a:r>
            <a:endParaRPr lang="en-US" altLang="ko-KR" sz="1100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5DE9E684-6B87-46F6-AA39-E25EED691B9C}"/>
              </a:ext>
            </a:extLst>
          </p:cNvPr>
          <p:cNvSpPr txBox="1"/>
          <p:nvPr/>
        </p:nvSpPr>
        <p:spPr>
          <a:xfrm>
            <a:off x="677008" y="2986928"/>
            <a:ext cx="10676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n-ea"/>
              </a:rPr>
              <a:t>[ </a:t>
            </a:r>
            <a:r>
              <a:rPr lang="en-US" altLang="ko-KR" b="1" dirty="0" err="1">
                <a:latin typeface="+mn-ea"/>
              </a:rPr>
              <a:t>rownum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사용 </a:t>
            </a:r>
            <a:r>
              <a:rPr lang="en-US" altLang="ko-KR" b="1" dirty="0">
                <a:latin typeface="+mn-ea"/>
              </a:rPr>
              <a:t>]</a:t>
            </a:r>
          </a:p>
          <a:p>
            <a:r>
              <a:rPr lang="en-US" altLang="ko-KR" dirty="0">
                <a:latin typeface="+mn-ea"/>
              </a:rPr>
              <a:t>select * from </a:t>
            </a:r>
          </a:p>
          <a:p>
            <a:r>
              <a:rPr lang="en-US" altLang="ko-KR" dirty="0">
                <a:latin typeface="+mn-ea"/>
              </a:rPr>
              <a:t>(select </a:t>
            </a:r>
            <a:r>
              <a:rPr lang="en-US" altLang="ko-KR" dirty="0" err="1">
                <a:latin typeface="+mn-ea"/>
              </a:rPr>
              <a:t>rownum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rnum,bid,bname,bcontent,bdate,bhit,bgroup,bstep,bindent</a:t>
            </a:r>
            <a:r>
              <a:rPr lang="en-US" altLang="ko-KR" dirty="0">
                <a:latin typeface="+mn-ea"/>
              </a:rPr>
              <a:t> from</a:t>
            </a:r>
          </a:p>
          <a:p>
            <a:r>
              <a:rPr lang="en-US" altLang="ko-KR" dirty="0">
                <a:latin typeface="+mn-ea"/>
              </a:rPr>
              <a:t>(select * from </a:t>
            </a:r>
            <a:r>
              <a:rPr lang="en-US" altLang="ko-KR" dirty="0" err="1">
                <a:latin typeface="+mn-ea"/>
              </a:rPr>
              <a:t>mvc_board</a:t>
            </a:r>
            <a:r>
              <a:rPr lang="en-US" altLang="ko-KR" dirty="0">
                <a:latin typeface="+mn-ea"/>
              </a:rPr>
              <a:t> order by </a:t>
            </a:r>
            <a:r>
              <a:rPr lang="en-US" altLang="ko-KR" dirty="0" err="1">
                <a:latin typeface="+mn-ea"/>
              </a:rPr>
              <a:t>bgroup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desc,bid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asc</a:t>
            </a:r>
            <a:r>
              <a:rPr lang="en-US" altLang="ko-KR" dirty="0">
                <a:latin typeface="+mn-ea"/>
              </a:rPr>
              <a:t>)) </a:t>
            </a:r>
          </a:p>
          <a:p>
            <a:r>
              <a:rPr lang="en-US" altLang="ko-KR" dirty="0">
                <a:latin typeface="+mn-ea"/>
              </a:rPr>
              <a:t>where </a:t>
            </a:r>
            <a:r>
              <a:rPr lang="en-US" altLang="ko-KR" dirty="0" err="1">
                <a:latin typeface="+mn-ea"/>
              </a:rPr>
              <a:t>rnum</a:t>
            </a:r>
            <a:r>
              <a:rPr lang="en-US" altLang="ko-KR" dirty="0">
                <a:latin typeface="+mn-ea"/>
              </a:rPr>
              <a:t>&gt;=1 and </a:t>
            </a:r>
            <a:r>
              <a:rPr lang="en-US" altLang="ko-KR" dirty="0" err="1">
                <a:latin typeface="+mn-ea"/>
              </a:rPr>
              <a:t>rnum</a:t>
            </a:r>
            <a:r>
              <a:rPr lang="en-US" altLang="ko-KR" dirty="0">
                <a:latin typeface="+mn-ea"/>
              </a:rPr>
              <a:t>&lt;=10;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BA50915-7216-436D-A828-EF6780F7A328}"/>
              </a:ext>
            </a:extLst>
          </p:cNvPr>
          <p:cNvSpPr txBox="1"/>
          <p:nvPr/>
        </p:nvSpPr>
        <p:spPr>
          <a:xfrm>
            <a:off x="836398" y="1494211"/>
            <a:ext cx="103880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[ </a:t>
            </a:r>
            <a:r>
              <a:rPr lang="en-US" altLang="ko-KR" sz="1600" dirty="0" err="1">
                <a:latin typeface="+mn-ea"/>
              </a:rPr>
              <a:t>rownum</a:t>
            </a:r>
            <a:r>
              <a:rPr lang="en-US" altLang="ko-KR" sz="1600" dirty="0">
                <a:latin typeface="+mn-ea"/>
              </a:rPr>
              <a:t> : </a:t>
            </a:r>
            <a:r>
              <a:rPr lang="ko-KR" altLang="en-US" sz="1600" dirty="0">
                <a:latin typeface="+mn-ea"/>
              </a:rPr>
              <a:t>조회된 순서대로 순번을 매김 </a:t>
            </a:r>
            <a:r>
              <a:rPr lang="en-US" altLang="ko-KR" sz="1600" dirty="0">
                <a:latin typeface="+mn-ea"/>
              </a:rPr>
              <a:t>]</a:t>
            </a:r>
          </a:p>
          <a:p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Order by </a:t>
            </a:r>
            <a:r>
              <a:rPr lang="ko-KR" altLang="en-US" sz="1600" dirty="0">
                <a:latin typeface="+mn-ea"/>
              </a:rPr>
              <a:t>를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사용후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-&gt; </a:t>
            </a:r>
            <a:r>
              <a:rPr lang="en-US" altLang="ko-KR" sz="1600" dirty="0" err="1">
                <a:latin typeface="+mn-ea"/>
              </a:rPr>
              <a:t>rownum</a:t>
            </a:r>
            <a:r>
              <a:rPr lang="en-US" altLang="ko-KR" sz="1600" dirty="0">
                <a:latin typeface="+mn-ea"/>
              </a:rPr>
              <a:t> </a:t>
            </a:r>
          </a:p>
          <a:p>
            <a:r>
              <a:rPr lang="en-US" altLang="ko-KR" dirty="0"/>
              <a:t>Select</a:t>
            </a:r>
            <a:r>
              <a:rPr lang="ko-KR" altLang="en-US" dirty="0"/>
              <a:t> </a:t>
            </a:r>
            <a:r>
              <a:rPr lang="en-US" altLang="ko-KR" dirty="0" err="1"/>
              <a:t>rownum</a:t>
            </a:r>
            <a:r>
              <a:rPr lang="en-US" altLang="ko-KR" dirty="0"/>
              <a:t>, a.*</a:t>
            </a:r>
            <a:r>
              <a:rPr lang="ko-KR" altLang="en-US" dirty="0"/>
              <a:t> </a:t>
            </a:r>
            <a:r>
              <a:rPr lang="en-US" altLang="ko-KR" dirty="0"/>
              <a:t>from</a:t>
            </a:r>
            <a:r>
              <a:rPr lang="ko-KR" altLang="en-US" dirty="0"/>
              <a:t> </a:t>
            </a:r>
            <a:r>
              <a:rPr lang="en-US" altLang="ko-KR" dirty="0"/>
              <a:t>(select</a:t>
            </a:r>
            <a:r>
              <a:rPr lang="ko-KR" altLang="en-US" dirty="0"/>
              <a:t> </a:t>
            </a:r>
            <a:r>
              <a:rPr lang="en-US" altLang="ko-KR" dirty="0"/>
              <a:t>a.*</a:t>
            </a:r>
            <a:r>
              <a:rPr lang="ko-KR" altLang="en-US" dirty="0"/>
              <a:t> </a:t>
            </a:r>
            <a:r>
              <a:rPr lang="en-US" altLang="ko-KR" dirty="0"/>
              <a:t>from</a:t>
            </a:r>
            <a:r>
              <a:rPr lang="ko-KR" altLang="en-US" dirty="0"/>
              <a:t> </a:t>
            </a:r>
            <a:r>
              <a:rPr lang="en-US" altLang="ko-KR" dirty="0" err="1"/>
              <a:t>mvc_board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order by </a:t>
            </a:r>
            <a:r>
              <a:rPr lang="en-US" altLang="ko-KR" dirty="0" err="1"/>
              <a:t>a.bid</a:t>
            </a:r>
            <a:r>
              <a:rPr lang="en-US" altLang="ko-KR" dirty="0"/>
              <a:t> </a:t>
            </a:r>
            <a:r>
              <a:rPr lang="en-US" altLang="ko-KR" dirty="0" err="1"/>
              <a:t>asc</a:t>
            </a:r>
            <a:r>
              <a:rPr lang="en-US" altLang="ko-KR" dirty="0"/>
              <a:t>) a;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5CD7961-EEA8-41B3-8107-8CDD757FE187}"/>
              </a:ext>
            </a:extLst>
          </p:cNvPr>
          <p:cNvSpPr txBox="1"/>
          <p:nvPr/>
        </p:nvSpPr>
        <p:spPr>
          <a:xfrm>
            <a:off x="677008" y="4879022"/>
            <a:ext cx="10676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en-US" altLang="ko-KR" b="1" dirty="0" err="1"/>
              <a:t>row_number</a:t>
            </a:r>
            <a:r>
              <a:rPr lang="en-US" altLang="ko-KR" b="1" dirty="0"/>
              <a:t>() </a:t>
            </a:r>
            <a:r>
              <a:rPr lang="ko-KR" altLang="en-US" b="1" dirty="0"/>
              <a:t>사용 </a:t>
            </a:r>
            <a:r>
              <a:rPr lang="en-US" altLang="ko-KR" b="1" dirty="0"/>
              <a:t>]</a:t>
            </a:r>
          </a:p>
          <a:p>
            <a:r>
              <a:rPr lang="en-US" altLang="ko-KR" dirty="0"/>
              <a:t>select * from</a:t>
            </a:r>
          </a:p>
          <a:p>
            <a:r>
              <a:rPr lang="en-US" altLang="ko-KR" dirty="0"/>
              <a:t>(select </a:t>
            </a:r>
            <a:r>
              <a:rPr lang="en-US" altLang="ko-KR" dirty="0" err="1"/>
              <a:t>row_number</a:t>
            </a:r>
            <a:r>
              <a:rPr lang="en-US" altLang="ko-KR" dirty="0"/>
              <a:t>() over(order by </a:t>
            </a:r>
            <a:r>
              <a:rPr lang="en-US" altLang="ko-KR" dirty="0" err="1"/>
              <a:t>a.bid</a:t>
            </a:r>
            <a:r>
              <a:rPr lang="en-US" altLang="ko-KR" dirty="0"/>
              <a:t> </a:t>
            </a:r>
            <a:r>
              <a:rPr lang="en-US" altLang="ko-KR" dirty="0" err="1"/>
              <a:t>asc</a:t>
            </a:r>
            <a:r>
              <a:rPr lang="en-US" altLang="ko-KR" dirty="0"/>
              <a:t>) </a:t>
            </a:r>
            <a:r>
              <a:rPr lang="en-US" altLang="ko-KR" dirty="0" err="1"/>
              <a:t>rnum</a:t>
            </a:r>
            <a:r>
              <a:rPr lang="en-US" altLang="ko-KR" dirty="0"/>
              <a:t>, a.*</a:t>
            </a:r>
          </a:p>
          <a:p>
            <a:r>
              <a:rPr lang="en-US" altLang="ko-KR" dirty="0"/>
              <a:t>from </a:t>
            </a:r>
            <a:r>
              <a:rPr lang="en-US" altLang="ko-KR" dirty="0" err="1"/>
              <a:t>mvc_board</a:t>
            </a:r>
            <a:r>
              <a:rPr lang="en-US" altLang="ko-KR" dirty="0"/>
              <a:t> a order by </a:t>
            </a:r>
            <a:r>
              <a:rPr lang="en-US" altLang="ko-KR" dirty="0" err="1"/>
              <a:t>a.bgroup</a:t>
            </a:r>
            <a:r>
              <a:rPr lang="en-US" altLang="ko-KR" dirty="0"/>
              <a:t> </a:t>
            </a:r>
            <a:r>
              <a:rPr lang="en-US" altLang="ko-KR" dirty="0" err="1"/>
              <a:t>desc,a.bid</a:t>
            </a:r>
            <a:r>
              <a:rPr lang="en-US" altLang="ko-KR" dirty="0"/>
              <a:t> </a:t>
            </a:r>
            <a:r>
              <a:rPr lang="en-US" altLang="ko-KR" dirty="0" err="1"/>
              <a:t>asc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where </a:t>
            </a:r>
            <a:r>
              <a:rPr lang="en-US" altLang="ko-KR" dirty="0" err="1"/>
              <a:t>rnum</a:t>
            </a:r>
            <a:r>
              <a:rPr lang="en-US" altLang="ko-KR" dirty="0"/>
              <a:t> between 1 and 10;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173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검색 부분 추가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216402" y="1772776"/>
            <a:ext cx="92782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 </a:t>
            </a:r>
            <a:r>
              <a:rPr lang="en-US" altLang="ko-KR" b="1" dirty="0" err="1" smtClean="0"/>
              <a:t>list.jsp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검색부분 추가 </a:t>
            </a:r>
            <a:r>
              <a:rPr lang="en-US" altLang="ko-KR" b="1" dirty="0" smtClean="0"/>
              <a:t>]</a:t>
            </a:r>
          </a:p>
          <a:p>
            <a:endParaRPr lang="en-US" altLang="ko-KR" b="1" dirty="0"/>
          </a:p>
          <a:p>
            <a:r>
              <a:rPr lang="en-US" altLang="ko-KR" dirty="0"/>
              <a:t> &lt;form action=</a:t>
            </a:r>
            <a:r>
              <a:rPr lang="en-US" altLang="ko-KR" i="1" dirty="0"/>
              <a:t>"search.do" name="search" method="post"&gt;</a:t>
            </a:r>
          </a:p>
          <a:p>
            <a:r>
              <a:rPr lang="en-US" altLang="ko-KR" dirty="0"/>
              <a:t>        &lt;select </a:t>
            </a:r>
            <a:r>
              <a:rPr lang="en-US" altLang="ko-KR" b="1" dirty="0">
                <a:solidFill>
                  <a:srgbClr val="FF0000"/>
                </a:solidFill>
              </a:rPr>
              <a:t>name=</a:t>
            </a:r>
            <a:r>
              <a:rPr lang="en-US" altLang="ko-KR" b="1" i="1" dirty="0">
                <a:solidFill>
                  <a:srgbClr val="FF0000"/>
                </a:solidFill>
              </a:rPr>
              <a:t>"opt" </a:t>
            </a:r>
            <a:r>
              <a:rPr lang="en-US" altLang="ko-KR" i="1" dirty="0"/>
              <a:t>id="category"&gt;</a:t>
            </a:r>
          </a:p>
          <a:p>
            <a:r>
              <a:rPr lang="en-US" altLang="ko-KR" dirty="0"/>
              <a:t>          &lt;option value=</a:t>
            </a:r>
            <a:r>
              <a:rPr lang="en-US" altLang="ko-KR" i="1" dirty="0"/>
              <a:t>"all"&gt;</a:t>
            </a:r>
            <a:r>
              <a:rPr lang="ko-KR" altLang="en-US" i="1" dirty="0"/>
              <a:t>전체</a:t>
            </a:r>
            <a:r>
              <a:rPr lang="en-US" altLang="ko-KR" i="1" dirty="0"/>
              <a:t>&lt;/option&gt;</a:t>
            </a:r>
          </a:p>
          <a:p>
            <a:r>
              <a:rPr lang="en-US" altLang="ko-KR" dirty="0"/>
              <a:t>          &lt;option value=</a:t>
            </a:r>
            <a:r>
              <a:rPr lang="en-US" altLang="ko-KR" i="1" dirty="0"/>
              <a:t>"tit"&gt;</a:t>
            </a:r>
            <a:r>
              <a:rPr lang="ko-KR" altLang="en-US" i="1" dirty="0"/>
              <a:t>제목</a:t>
            </a:r>
            <a:r>
              <a:rPr lang="en-US" altLang="ko-KR" i="1" dirty="0"/>
              <a:t>&lt;/option&gt;</a:t>
            </a:r>
          </a:p>
          <a:p>
            <a:r>
              <a:rPr lang="en-US" altLang="ko-KR" dirty="0"/>
              <a:t>          &lt;option value=</a:t>
            </a:r>
            <a:r>
              <a:rPr lang="en-US" altLang="ko-KR" i="1" dirty="0"/>
              <a:t>"con"&gt;</a:t>
            </a:r>
            <a:r>
              <a:rPr lang="ko-KR" altLang="en-US" i="1" dirty="0"/>
              <a:t>내용</a:t>
            </a:r>
            <a:r>
              <a:rPr lang="en-US" altLang="ko-KR" i="1" dirty="0"/>
              <a:t>&lt;/option&gt;</a:t>
            </a:r>
          </a:p>
          <a:p>
            <a:r>
              <a:rPr lang="en-US" altLang="ko-KR" dirty="0"/>
              <a:t>        &lt;/select&gt;</a:t>
            </a:r>
          </a:p>
          <a:p>
            <a:endParaRPr lang="ko-KR" altLang="en-US" dirty="0"/>
          </a:p>
          <a:p>
            <a:r>
              <a:rPr lang="en-US" altLang="ko-KR" dirty="0"/>
              <a:t>        &lt;div class=</a:t>
            </a:r>
            <a:r>
              <a:rPr lang="en-US" altLang="ko-KR" i="1" dirty="0"/>
              <a:t>"title"&gt;</a:t>
            </a:r>
          </a:p>
          <a:p>
            <a:r>
              <a:rPr lang="en-US" altLang="ko-KR" dirty="0"/>
              <a:t>          &lt;input type=</a:t>
            </a:r>
            <a:r>
              <a:rPr lang="en-US" altLang="ko-KR" i="1" dirty="0"/>
              <a:t>"text" </a:t>
            </a:r>
            <a:r>
              <a:rPr lang="en-US" altLang="ko-KR" b="1" dirty="0">
                <a:solidFill>
                  <a:srgbClr val="FF0000"/>
                </a:solidFill>
              </a:rPr>
              <a:t>name="search" </a:t>
            </a:r>
            <a:r>
              <a:rPr lang="en-US" altLang="ko-KR" i="1" dirty="0"/>
              <a:t>size="16"&gt;</a:t>
            </a:r>
          </a:p>
          <a:p>
            <a:r>
              <a:rPr lang="en-US" altLang="ko-KR" dirty="0"/>
              <a:t>        &lt;/div&gt;</a:t>
            </a:r>
          </a:p>
          <a:p>
            <a:r>
              <a:rPr lang="ko-KR" altLang="en-US" dirty="0"/>
              <a:t>  </a:t>
            </a:r>
          </a:p>
          <a:p>
            <a:r>
              <a:rPr lang="en-US" altLang="ko-KR" dirty="0"/>
              <a:t>        &lt;button type=</a:t>
            </a:r>
            <a:r>
              <a:rPr lang="en-US" altLang="ko-KR" i="1" dirty="0"/>
              <a:t>"submit"&gt;&lt;</a:t>
            </a:r>
            <a:r>
              <a:rPr lang="en-US" altLang="ko-KR" i="1" dirty="0" err="1"/>
              <a:t>i</a:t>
            </a:r>
            <a:r>
              <a:rPr lang="en-US" altLang="ko-KR" i="1" dirty="0"/>
              <a:t> class="</a:t>
            </a:r>
            <a:r>
              <a:rPr lang="en-US" altLang="ko-KR" i="1" dirty="0" err="1"/>
              <a:t>fas</a:t>
            </a:r>
            <a:r>
              <a:rPr lang="en-US" altLang="ko-KR" i="1" dirty="0"/>
              <a:t> fa-search"&gt;&lt;/</a:t>
            </a:r>
            <a:r>
              <a:rPr lang="en-US" altLang="ko-KR" i="1" dirty="0" err="1"/>
              <a:t>i</a:t>
            </a:r>
            <a:r>
              <a:rPr lang="en-US" altLang="ko-KR" i="1" dirty="0"/>
              <a:t>&gt;&lt;/button&gt;</a:t>
            </a:r>
          </a:p>
          <a:p>
            <a:r>
              <a:rPr lang="en-US" altLang="ko-KR" dirty="0" smtClean="0"/>
              <a:t>&lt;/</a:t>
            </a:r>
            <a:r>
              <a:rPr lang="en-US" altLang="ko-KR" dirty="0"/>
              <a:t>form&gt;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24692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검색 부분 추가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1458496"/>
            <a:ext cx="1040718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 </a:t>
            </a:r>
            <a:r>
              <a:rPr lang="en-US" altLang="ko-KR" b="1" dirty="0" err="1" smtClean="0"/>
              <a:t>list.jsp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검색부분 추가 </a:t>
            </a:r>
            <a:r>
              <a:rPr lang="en-US" altLang="ko-KR" b="1" dirty="0" smtClean="0"/>
              <a:t>]</a:t>
            </a:r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필요한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변수추가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searchflag</a:t>
            </a:r>
            <a:r>
              <a:rPr lang="en-US" altLang="ko-KR" dirty="0" smtClean="0"/>
              <a:t>-</a:t>
            </a:r>
            <a:r>
              <a:rPr lang="ko-KR" altLang="en-US" dirty="0" smtClean="0"/>
              <a:t>검색으로 넘어 왔는지</a:t>
            </a:r>
            <a:r>
              <a:rPr lang="en-US" altLang="ko-KR" dirty="0" smtClean="0"/>
              <a:t>, opt-</a:t>
            </a:r>
            <a:r>
              <a:rPr lang="ko-KR" altLang="en-US" dirty="0" smtClean="0"/>
              <a:t>검색종류</a:t>
            </a:r>
            <a:r>
              <a:rPr lang="en-US" altLang="ko-KR" dirty="0" smtClean="0"/>
              <a:t>, search-</a:t>
            </a:r>
            <a:r>
              <a:rPr lang="ko-KR" altLang="en-US" dirty="0" err="1" smtClean="0"/>
              <a:t>검색어</a:t>
            </a:r>
            <a:r>
              <a:rPr lang="en-US" altLang="ko-KR" dirty="0" smtClean="0"/>
              <a:t> 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&lt;!-- </a:t>
            </a:r>
            <a:r>
              <a:rPr lang="en-US" altLang="ko-KR" sz="1200" u="sng" dirty="0" err="1">
                <a:solidFill>
                  <a:srgbClr val="FF0000"/>
                </a:solidFill>
              </a:rPr>
              <a:t>searchflag</a:t>
            </a:r>
            <a:r>
              <a:rPr lang="ko-KR" altLang="en-US" sz="1200" u="sng" dirty="0">
                <a:solidFill>
                  <a:srgbClr val="FF0000"/>
                </a:solidFill>
              </a:rPr>
              <a:t>가 </a:t>
            </a:r>
            <a:r>
              <a:rPr lang="ko-KR" altLang="en-US" sz="1200" u="sng" dirty="0" err="1">
                <a:solidFill>
                  <a:srgbClr val="FF0000"/>
                </a:solidFill>
              </a:rPr>
              <a:t>있을때</a:t>
            </a:r>
            <a:r>
              <a:rPr lang="ko-KR" altLang="en-US" sz="1200" u="sng" dirty="0">
                <a:solidFill>
                  <a:srgbClr val="FF0000"/>
                </a:solidFill>
              </a:rPr>
              <a:t> </a:t>
            </a:r>
            <a:r>
              <a:rPr lang="en-US" altLang="ko-KR" sz="1200" u="sng" dirty="0">
                <a:solidFill>
                  <a:srgbClr val="FF0000"/>
                </a:solidFill>
              </a:rPr>
              <a:t>--&gt;</a:t>
            </a:r>
          </a:p>
          <a:p>
            <a:r>
              <a:rPr lang="en-US" altLang="ko-KR" sz="1200" dirty="0"/>
              <a:t>    &lt;</a:t>
            </a:r>
            <a:r>
              <a:rPr lang="en-US" altLang="ko-KR" sz="1200" dirty="0" err="1"/>
              <a:t>c:choose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    &lt;</a:t>
            </a:r>
            <a:r>
              <a:rPr lang="en-US" altLang="ko-KR" sz="1200" dirty="0" err="1"/>
              <a:t>c:when</a:t>
            </a:r>
            <a:r>
              <a:rPr lang="en-US" altLang="ko-KR" sz="1200" dirty="0"/>
              <a:t> test=</a:t>
            </a:r>
            <a:r>
              <a:rPr lang="en-US" altLang="ko-KR" sz="1200" i="1" dirty="0"/>
              <a:t>"${</a:t>
            </a:r>
            <a:r>
              <a:rPr lang="en-US" altLang="ko-KR" sz="1200" i="1" dirty="0" err="1"/>
              <a:t>searchflag</a:t>
            </a:r>
            <a:r>
              <a:rPr lang="en-US" altLang="ko-KR" sz="1200" i="1" dirty="0"/>
              <a:t> != null }"&gt;</a:t>
            </a:r>
          </a:p>
          <a:p>
            <a:r>
              <a:rPr lang="en-US" altLang="ko-KR" sz="1200" dirty="0"/>
              <a:t>        &lt;</a:t>
            </a:r>
            <a:r>
              <a:rPr lang="en-US" altLang="ko-KR" sz="1200" dirty="0" err="1"/>
              <a:t>ul</a:t>
            </a:r>
            <a:r>
              <a:rPr lang="en-US" altLang="ko-KR" sz="1200" dirty="0"/>
              <a:t> class=</a:t>
            </a:r>
            <a:r>
              <a:rPr lang="en-US" altLang="ko-KR" sz="1200" i="1" dirty="0"/>
              <a:t>"page-</a:t>
            </a:r>
            <a:r>
              <a:rPr lang="en-US" altLang="ko-KR" sz="1200" i="1" dirty="0" err="1"/>
              <a:t>num</a:t>
            </a:r>
            <a:r>
              <a:rPr lang="en-US" altLang="ko-KR" sz="1200" i="1" dirty="0"/>
              <a:t>"&gt;</a:t>
            </a:r>
          </a:p>
          <a:p>
            <a:r>
              <a:rPr lang="ko-KR" altLang="en-US" sz="1200" dirty="0"/>
              <a:t>      </a:t>
            </a:r>
            <a:r>
              <a:rPr lang="en-US" altLang="ko-KR" sz="1200" dirty="0"/>
              <a:t>&lt;!-- </a:t>
            </a:r>
            <a:r>
              <a:rPr lang="ko-KR" altLang="en-US" sz="1200" dirty="0" err="1"/>
              <a:t>첫페이지</a:t>
            </a:r>
            <a:r>
              <a:rPr lang="ko-KR" altLang="en-US" sz="1200" dirty="0"/>
              <a:t> 이동 </a:t>
            </a:r>
            <a:r>
              <a:rPr lang="en-US" altLang="ko-KR" sz="1200" dirty="0"/>
              <a:t>--&gt;</a:t>
            </a:r>
          </a:p>
          <a:p>
            <a:r>
              <a:rPr lang="en-US" altLang="ko-KR" sz="1200" dirty="0"/>
              <a:t>      </a:t>
            </a:r>
            <a:r>
              <a:rPr lang="en-US" altLang="ko-KR" sz="1200" b="1" u="sng" dirty="0">
                <a:solidFill>
                  <a:srgbClr val="FF0000"/>
                </a:solidFill>
              </a:rPr>
              <a:t>&lt;a </a:t>
            </a:r>
            <a:r>
              <a:rPr lang="en-US" altLang="ko-KR" sz="1200" b="1" u="sng" dirty="0" err="1">
                <a:solidFill>
                  <a:srgbClr val="FF0000"/>
                </a:solidFill>
              </a:rPr>
              <a:t>href</a:t>
            </a:r>
            <a:r>
              <a:rPr lang="en-US" altLang="ko-KR" sz="1200" b="1" u="sng" dirty="0">
                <a:solidFill>
                  <a:srgbClr val="FF0000"/>
                </a:solidFill>
              </a:rPr>
              <a:t>=</a:t>
            </a:r>
            <a:r>
              <a:rPr lang="en-US" altLang="ko-KR" sz="1200" b="1" i="1" u="sng" dirty="0">
                <a:solidFill>
                  <a:srgbClr val="FF0000"/>
                </a:solidFill>
              </a:rPr>
              <a:t>"</a:t>
            </a:r>
            <a:r>
              <a:rPr lang="en-US" altLang="ko-KR" sz="1200" b="1" i="1" u="sng" dirty="0" err="1">
                <a:solidFill>
                  <a:srgbClr val="FF0000"/>
                </a:solidFill>
              </a:rPr>
              <a:t>list.do?searchflag</a:t>
            </a:r>
            <a:r>
              <a:rPr lang="en-US" altLang="ko-KR" sz="1200" b="1" i="1" u="sng" dirty="0">
                <a:solidFill>
                  <a:srgbClr val="FF0000"/>
                </a:solidFill>
              </a:rPr>
              <a:t>=${</a:t>
            </a:r>
            <a:r>
              <a:rPr lang="en-US" altLang="ko-KR" sz="1200" b="1" i="1" u="sng" dirty="0" err="1">
                <a:solidFill>
                  <a:srgbClr val="FF0000"/>
                </a:solidFill>
              </a:rPr>
              <a:t>searchflag</a:t>
            </a:r>
            <a:r>
              <a:rPr lang="en-US" altLang="ko-KR" sz="1200" b="1" i="1" u="sng" dirty="0">
                <a:solidFill>
                  <a:srgbClr val="FF0000"/>
                </a:solidFill>
              </a:rPr>
              <a:t>}&amp;opt=${opt}&amp;search=${search}&amp;page=1"&gt;</a:t>
            </a:r>
            <a:r>
              <a:rPr lang="en-US" altLang="ko-KR" sz="1200" i="1" u="sng" dirty="0"/>
              <a:t>&lt;li class="first"&gt;&lt;/li&gt;&lt;/a&gt;</a:t>
            </a:r>
          </a:p>
          <a:p>
            <a:r>
              <a:rPr lang="ko-KR" altLang="en-US" sz="1200" dirty="0"/>
              <a:t>      </a:t>
            </a:r>
            <a:r>
              <a:rPr lang="en-US" altLang="ko-KR" sz="1200" dirty="0"/>
              <a:t>&lt;!-- </a:t>
            </a:r>
            <a:r>
              <a:rPr lang="ko-KR" altLang="en-US" sz="1200" dirty="0"/>
              <a:t>이전페이지 이동버튼 </a:t>
            </a:r>
            <a:r>
              <a:rPr lang="en-US" altLang="ko-KR" sz="1200" dirty="0"/>
              <a:t>--&gt;</a:t>
            </a:r>
          </a:p>
          <a:p>
            <a:r>
              <a:rPr lang="en-US" altLang="ko-KR" sz="1200" dirty="0"/>
              <a:t>      &lt;</a:t>
            </a:r>
            <a:r>
              <a:rPr lang="en-US" altLang="ko-KR" sz="1200" dirty="0" err="1"/>
              <a:t>c:if</a:t>
            </a:r>
            <a:r>
              <a:rPr lang="en-US" altLang="ko-KR" sz="1200" dirty="0"/>
              <a:t> test=</a:t>
            </a:r>
            <a:r>
              <a:rPr lang="en-US" altLang="ko-KR" sz="1200" i="1" dirty="0"/>
              <a:t>"${page&lt;=1 }"&gt;</a:t>
            </a:r>
          </a:p>
          <a:p>
            <a:r>
              <a:rPr lang="en-US" altLang="ko-KR" sz="1200" dirty="0"/>
              <a:t>        &lt;li class=</a:t>
            </a:r>
            <a:r>
              <a:rPr lang="en-US" altLang="ko-KR" sz="1200" i="1" dirty="0"/>
              <a:t>"</a:t>
            </a:r>
            <a:r>
              <a:rPr lang="en-US" altLang="ko-KR" sz="1200" i="1" dirty="0" err="1"/>
              <a:t>prev</a:t>
            </a:r>
            <a:r>
              <a:rPr lang="en-US" altLang="ko-KR" sz="1200" i="1" dirty="0"/>
              <a:t>"&gt;&lt;/li&gt;</a:t>
            </a:r>
          </a:p>
          <a:p>
            <a:r>
              <a:rPr lang="en-US" altLang="ko-KR" sz="1200" dirty="0"/>
              <a:t>      &lt;/</a:t>
            </a:r>
            <a:r>
              <a:rPr lang="en-US" altLang="ko-KR" sz="1200" dirty="0" err="1"/>
              <a:t>c:if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      &lt;</a:t>
            </a:r>
            <a:r>
              <a:rPr lang="en-US" altLang="ko-KR" sz="1200" dirty="0" err="1"/>
              <a:t>c:if</a:t>
            </a:r>
            <a:r>
              <a:rPr lang="en-US" altLang="ko-KR" sz="1200" dirty="0"/>
              <a:t> test=</a:t>
            </a:r>
            <a:r>
              <a:rPr lang="en-US" altLang="ko-KR" sz="1200" i="1" dirty="0"/>
              <a:t>"${page&gt;1 }"&gt;</a:t>
            </a:r>
          </a:p>
          <a:p>
            <a:r>
              <a:rPr lang="en-US" altLang="ko-KR" sz="1200" dirty="0"/>
              <a:t>        &lt;a </a:t>
            </a:r>
            <a:r>
              <a:rPr lang="en-US" altLang="ko-KR" sz="1200" dirty="0" err="1"/>
              <a:t>href</a:t>
            </a:r>
            <a:r>
              <a:rPr lang="en-US" altLang="ko-KR" sz="1200" dirty="0"/>
              <a:t>=</a:t>
            </a:r>
            <a:r>
              <a:rPr lang="en-US" altLang="ko-KR" sz="1200" i="1" dirty="0"/>
              <a:t>"</a:t>
            </a:r>
            <a:r>
              <a:rPr lang="en-US" altLang="ko-KR" sz="1200" i="1" dirty="0" err="1"/>
              <a:t>list.do?searchflag</a:t>
            </a:r>
            <a:r>
              <a:rPr lang="en-US" altLang="ko-KR" sz="1200" i="1" dirty="0"/>
              <a:t>=${</a:t>
            </a:r>
            <a:r>
              <a:rPr lang="en-US" altLang="ko-KR" sz="1200" i="1" dirty="0" err="1"/>
              <a:t>searchflag</a:t>
            </a:r>
            <a:r>
              <a:rPr lang="en-US" altLang="ko-KR" sz="1200" i="1" dirty="0"/>
              <a:t>}&amp;opt=${opt}&amp;search=${search}&amp;page=${page-1 }"&gt;</a:t>
            </a:r>
            <a:r>
              <a:rPr lang="en-US" altLang="ko-KR" sz="1200" i="1" u="sng" dirty="0"/>
              <a:t>&lt;li class="</a:t>
            </a:r>
            <a:r>
              <a:rPr lang="en-US" altLang="ko-KR" sz="1200" i="1" u="sng" dirty="0" err="1"/>
              <a:t>prev</a:t>
            </a:r>
            <a:r>
              <a:rPr lang="en-US" altLang="ko-KR" sz="1200" i="1" u="sng" dirty="0"/>
              <a:t>"&gt;&lt;/li&gt;&lt;/a&gt;</a:t>
            </a:r>
          </a:p>
          <a:p>
            <a:r>
              <a:rPr lang="en-US" altLang="ko-KR" sz="1200" dirty="0"/>
              <a:t>      &lt;/</a:t>
            </a:r>
            <a:r>
              <a:rPr lang="en-US" altLang="ko-KR" sz="1200" dirty="0" err="1"/>
              <a:t>c:if</a:t>
            </a:r>
            <a:r>
              <a:rPr lang="en-US" altLang="ko-KR" sz="1200" dirty="0"/>
              <a:t>&gt;</a:t>
            </a:r>
          </a:p>
          <a:p>
            <a:r>
              <a:rPr lang="ko-KR" altLang="en-US" sz="1200" dirty="0"/>
              <a:t>      </a:t>
            </a:r>
            <a:r>
              <a:rPr lang="en-US" altLang="ko-KR" sz="1200" dirty="0"/>
              <a:t>&lt;!-- </a:t>
            </a:r>
            <a:r>
              <a:rPr lang="ko-KR" altLang="en-US" sz="1200" dirty="0"/>
              <a:t>순차적으로 페이지 출력 </a:t>
            </a:r>
            <a:r>
              <a:rPr lang="en-US" altLang="ko-KR" sz="1200" dirty="0"/>
              <a:t>--&gt;</a:t>
            </a:r>
          </a:p>
          <a:p>
            <a:r>
              <a:rPr lang="en-US" altLang="ko-KR" sz="1200" dirty="0"/>
              <a:t>      &lt;</a:t>
            </a:r>
            <a:r>
              <a:rPr lang="en-US" altLang="ko-KR" sz="1200" dirty="0" err="1"/>
              <a:t>c:forEach</a:t>
            </a:r>
            <a:r>
              <a:rPr lang="en-US" altLang="ko-KR" sz="1200" dirty="0"/>
              <a:t> </a:t>
            </a:r>
            <a:r>
              <a:rPr lang="en-US" altLang="ko-KR" sz="1200" dirty="0" err="1"/>
              <a:t>var</a:t>
            </a:r>
            <a:r>
              <a:rPr lang="en-US" altLang="ko-KR" sz="1200" dirty="0"/>
              <a:t>=</a:t>
            </a:r>
            <a:r>
              <a:rPr lang="en-US" altLang="ko-KR" sz="1200" i="1" dirty="0"/>
              <a:t>"a" begin="${</a:t>
            </a:r>
            <a:r>
              <a:rPr lang="en-US" altLang="ko-KR" sz="1200" i="1" dirty="0" err="1"/>
              <a:t>startpage</a:t>
            </a:r>
            <a:r>
              <a:rPr lang="en-US" altLang="ko-KR" sz="1200" i="1" dirty="0"/>
              <a:t>}" end="${</a:t>
            </a:r>
            <a:r>
              <a:rPr lang="en-US" altLang="ko-KR" sz="1200" i="1" dirty="0" err="1"/>
              <a:t>endpage</a:t>
            </a:r>
            <a:r>
              <a:rPr lang="en-US" altLang="ko-KR" sz="1200" i="1" dirty="0"/>
              <a:t> }" step="1"&gt;</a:t>
            </a:r>
          </a:p>
          <a:p>
            <a:r>
              <a:rPr lang="en-US" altLang="ko-KR" sz="1200" dirty="0"/>
              <a:t>     &lt;</a:t>
            </a:r>
            <a:r>
              <a:rPr lang="en-US" altLang="ko-KR" sz="1200" dirty="0" err="1"/>
              <a:t>c:choose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      &lt;</a:t>
            </a:r>
            <a:r>
              <a:rPr lang="en-US" altLang="ko-KR" sz="1200" dirty="0" err="1"/>
              <a:t>c:when</a:t>
            </a:r>
            <a:r>
              <a:rPr lang="en-US" altLang="ko-KR" sz="1200" dirty="0"/>
              <a:t> test=</a:t>
            </a:r>
            <a:r>
              <a:rPr lang="en-US" altLang="ko-KR" sz="1200" i="1" dirty="0"/>
              <a:t>"${a == page }"&gt;</a:t>
            </a:r>
          </a:p>
          <a:p>
            <a:r>
              <a:rPr lang="it-IT" altLang="ko-KR" sz="1200" dirty="0"/>
              <a:t>         &lt;li class=</a:t>
            </a:r>
            <a:r>
              <a:rPr lang="it-IT" altLang="ko-KR" sz="1200" i="1" dirty="0"/>
              <a:t>"num"&gt;&lt;div&gt;${a}&lt;/div&gt;&lt;/li&gt;</a:t>
            </a:r>
          </a:p>
          <a:p>
            <a:r>
              <a:rPr lang="en-US" altLang="ko-KR" sz="1200" dirty="0"/>
              <a:t>      &lt;/</a:t>
            </a:r>
            <a:r>
              <a:rPr lang="en-US" altLang="ko-KR" sz="1200" dirty="0" err="1"/>
              <a:t>c:when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      &lt;</a:t>
            </a:r>
            <a:r>
              <a:rPr lang="en-US" altLang="ko-KR" sz="1200" dirty="0" err="1"/>
              <a:t>c:when</a:t>
            </a:r>
            <a:r>
              <a:rPr lang="en-US" altLang="ko-KR" sz="1200" dirty="0"/>
              <a:t> test=</a:t>
            </a:r>
            <a:r>
              <a:rPr lang="en-US" altLang="ko-KR" sz="1200" i="1" dirty="0"/>
              <a:t>"${a != page }"&gt;</a:t>
            </a:r>
          </a:p>
          <a:p>
            <a:r>
              <a:rPr lang="en-US" altLang="ko-KR" sz="1200" dirty="0"/>
              <a:t>         &lt;a </a:t>
            </a:r>
            <a:r>
              <a:rPr lang="en-US" altLang="ko-KR" sz="1200" dirty="0" err="1"/>
              <a:t>href</a:t>
            </a:r>
            <a:r>
              <a:rPr lang="en-US" altLang="ko-KR" sz="1200" dirty="0"/>
              <a:t>=</a:t>
            </a:r>
            <a:r>
              <a:rPr lang="en-US" altLang="ko-KR" sz="1200" i="1" dirty="0"/>
              <a:t>"</a:t>
            </a:r>
            <a:r>
              <a:rPr lang="en-US" altLang="ko-KR" sz="1200" i="1" dirty="0" err="1"/>
              <a:t>list.do?searchflag</a:t>
            </a:r>
            <a:r>
              <a:rPr lang="en-US" altLang="ko-KR" sz="1200" i="1" dirty="0"/>
              <a:t>=${</a:t>
            </a:r>
            <a:r>
              <a:rPr lang="en-US" altLang="ko-KR" sz="1200" i="1" dirty="0" err="1"/>
              <a:t>searchflag</a:t>
            </a:r>
            <a:r>
              <a:rPr lang="en-US" altLang="ko-KR" sz="1200" i="1" dirty="0"/>
              <a:t>}&amp;opt=${opt}&amp;search=${search}&amp;page=${a}"&gt;</a:t>
            </a:r>
            <a:r>
              <a:rPr lang="en-US" altLang="ko-KR" sz="1200" i="1" u="sng" dirty="0"/>
              <a:t>&lt;li class="</a:t>
            </a:r>
            <a:r>
              <a:rPr lang="en-US" altLang="ko-KR" sz="1200" i="1" u="sng" dirty="0" err="1"/>
              <a:t>num</a:t>
            </a:r>
            <a:r>
              <a:rPr lang="en-US" altLang="ko-KR" sz="1200" i="1" u="sng" dirty="0"/>
              <a:t>"&gt;&lt;div&gt;${a}&lt;/div&gt;&lt;/li&gt;&lt;/a&gt;</a:t>
            </a:r>
          </a:p>
          <a:p>
            <a:r>
              <a:rPr lang="en-US" altLang="ko-KR" sz="1200" dirty="0"/>
              <a:t>      &lt;/</a:t>
            </a:r>
            <a:r>
              <a:rPr lang="en-US" altLang="ko-KR" sz="1200" dirty="0" err="1"/>
              <a:t>c:when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     &lt;/</a:t>
            </a:r>
            <a:r>
              <a:rPr lang="en-US" altLang="ko-KR" sz="1200" dirty="0" err="1"/>
              <a:t>c:choose</a:t>
            </a:r>
            <a:r>
              <a:rPr lang="en-US" altLang="ko-KR" sz="1200" dirty="0"/>
              <a:t>&gt; </a:t>
            </a:r>
          </a:p>
          <a:p>
            <a:r>
              <a:rPr lang="en-US" altLang="ko-KR" sz="1200" dirty="0"/>
              <a:t>      &lt;/</a:t>
            </a:r>
            <a:r>
              <a:rPr lang="en-US" altLang="ko-KR" sz="1200" dirty="0" err="1"/>
              <a:t>c:forEach</a:t>
            </a:r>
            <a:r>
              <a:rPr lang="en-US" altLang="ko-KR" sz="1200" dirty="0"/>
              <a:t>&gt;</a:t>
            </a:r>
          </a:p>
          <a:p>
            <a:r>
              <a:rPr lang="ko-KR" altLang="en-US" sz="1200" dirty="0"/>
              <a:t>     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381098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검색 부분 추가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1458496"/>
            <a:ext cx="1040718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 Blistcommand.java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3</a:t>
            </a:r>
            <a:r>
              <a:rPr lang="ko-KR" altLang="en-US" b="1" dirty="0" smtClean="0"/>
              <a:t>개 변수체크 </a:t>
            </a:r>
            <a:r>
              <a:rPr lang="en-US" altLang="ko-KR" b="1" dirty="0" smtClean="0"/>
              <a:t>]</a:t>
            </a:r>
          </a:p>
          <a:p>
            <a:r>
              <a:rPr lang="en-US" altLang="ko-KR" dirty="0"/>
              <a:t>String </a:t>
            </a:r>
            <a:r>
              <a:rPr lang="en-US" altLang="ko-KR" dirty="0" err="1"/>
              <a:t>searchflag</a:t>
            </a:r>
            <a:r>
              <a:rPr lang="en-US" altLang="ko-KR" dirty="0"/>
              <a:t>=</a:t>
            </a:r>
            <a:r>
              <a:rPr lang="en-US" altLang="ko-KR" dirty="0" err="1"/>
              <a:t>request.getParameter</a:t>
            </a:r>
            <a:r>
              <a:rPr lang="en-US" altLang="ko-KR" dirty="0"/>
              <a:t>("</a:t>
            </a:r>
            <a:r>
              <a:rPr lang="en-US" altLang="ko-KR" dirty="0" err="1"/>
              <a:t>searchflag</a:t>
            </a:r>
            <a:r>
              <a:rPr lang="en-US" altLang="ko-KR" dirty="0"/>
              <a:t>"); // </a:t>
            </a:r>
            <a:r>
              <a:rPr lang="ko-KR" altLang="en-US" dirty="0"/>
              <a:t>검색체크</a:t>
            </a:r>
          </a:p>
          <a:p>
            <a:r>
              <a:rPr lang="en-US" altLang="ko-KR" dirty="0"/>
              <a:t>String opt = </a:t>
            </a:r>
            <a:r>
              <a:rPr lang="en-US" altLang="ko-KR" dirty="0" err="1"/>
              <a:t>request.getParameter</a:t>
            </a:r>
            <a:r>
              <a:rPr lang="en-US" altLang="ko-KR" dirty="0"/>
              <a:t>("opt");  // </a:t>
            </a:r>
            <a:r>
              <a:rPr lang="ko-KR" altLang="en-US" dirty="0"/>
              <a:t>전체</a:t>
            </a:r>
            <a:r>
              <a:rPr lang="en-US" altLang="ko-KR" dirty="0"/>
              <a:t>,</a:t>
            </a:r>
            <a:r>
              <a:rPr lang="ko-KR" altLang="en-US" dirty="0"/>
              <a:t>제목</a:t>
            </a:r>
            <a:r>
              <a:rPr lang="en-US" altLang="ko-KR" dirty="0"/>
              <a:t>,</a:t>
            </a:r>
            <a:r>
              <a:rPr lang="ko-KR" altLang="en-US" dirty="0"/>
              <a:t>내용</a:t>
            </a:r>
          </a:p>
          <a:p>
            <a:r>
              <a:rPr lang="en-US" altLang="ko-KR" dirty="0"/>
              <a:t>String search = </a:t>
            </a:r>
            <a:r>
              <a:rPr lang="en-US" altLang="ko-KR" dirty="0" err="1"/>
              <a:t>request.getParameter</a:t>
            </a:r>
            <a:r>
              <a:rPr lang="en-US" altLang="ko-KR" dirty="0"/>
              <a:t>("search"); //</a:t>
            </a:r>
            <a:r>
              <a:rPr lang="ko-KR" altLang="en-US" dirty="0" err="1"/>
              <a:t>검색어</a:t>
            </a:r>
            <a:endParaRPr lang="ko-KR" altLang="en-US" dirty="0"/>
          </a:p>
          <a:p>
            <a:endParaRPr lang="ko-KR" altLang="en-US" dirty="0"/>
          </a:p>
          <a:p>
            <a:r>
              <a:rPr lang="en-US" altLang="ko-KR" b="1" dirty="0"/>
              <a:t>if(opt==null) opt="";</a:t>
            </a:r>
          </a:p>
          <a:p>
            <a:r>
              <a:rPr lang="en-US" altLang="ko-KR" b="1" dirty="0"/>
              <a:t>if(search==null) search</a:t>
            </a:r>
            <a:r>
              <a:rPr lang="en-US" altLang="ko-KR" b="1" dirty="0" smtClean="0"/>
              <a:t>="";</a:t>
            </a: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----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600" b="1" dirty="0"/>
              <a:t>if(search!="") {</a:t>
            </a:r>
          </a:p>
          <a:p>
            <a:r>
              <a:rPr lang="en-US" altLang="ko-KR" sz="1600" dirty="0" err="1"/>
              <a:t>searchflag</a:t>
            </a:r>
            <a:r>
              <a:rPr lang="en-US" altLang="ko-KR" sz="1600" dirty="0"/>
              <a:t>="1";</a:t>
            </a:r>
          </a:p>
          <a:p>
            <a:r>
              <a:rPr lang="en-US" altLang="ko-KR" sz="1600" dirty="0" err="1"/>
              <a:t>request.setAttribute</a:t>
            </a:r>
            <a:r>
              <a:rPr lang="en-US" altLang="ko-KR" sz="1600" dirty="0"/>
              <a:t>("</a:t>
            </a:r>
            <a:r>
              <a:rPr lang="en-US" altLang="ko-KR" sz="1600" dirty="0" err="1"/>
              <a:t>searchflag</a:t>
            </a:r>
            <a:r>
              <a:rPr lang="en-US" altLang="ko-KR" sz="1600" dirty="0"/>
              <a:t>", </a:t>
            </a:r>
            <a:r>
              <a:rPr lang="en-US" altLang="ko-KR" sz="1600" dirty="0" err="1"/>
              <a:t>searchflag</a:t>
            </a:r>
            <a:r>
              <a:rPr lang="en-US" altLang="ko-KR" sz="1600" dirty="0"/>
              <a:t>);</a:t>
            </a:r>
          </a:p>
          <a:p>
            <a:r>
              <a:rPr lang="en-US" altLang="ko-KR" sz="1600" dirty="0" err="1"/>
              <a:t>request.setAttribute</a:t>
            </a:r>
            <a:r>
              <a:rPr lang="en-US" altLang="ko-KR" sz="1600" dirty="0"/>
              <a:t>("opt", opt);</a:t>
            </a:r>
          </a:p>
          <a:p>
            <a:r>
              <a:rPr lang="en-US" altLang="ko-KR" sz="1600" dirty="0" err="1"/>
              <a:t>request.setAttribute</a:t>
            </a:r>
            <a:r>
              <a:rPr lang="en-US" altLang="ko-KR" sz="1600" dirty="0"/>
              <a:t>("search", search);</a:t>
            </a:r>
          </a:p>
          <a:p>
            <a:r>
              <a:rPr lang="en-US" altLang="ko-KR" sz="1600" dirty="0"/>
              <a:t>}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301718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</a:rPr>
              <a:t>list</a:t>
            </a:r>
            <a:r>
              <a:rPr lang="ko-KR" altLang="en-US" sz="1600" b="1" dirty="0">
                <a:latin typeface="+mn-ea"/>
              </a:rPr>
              <a:t> 하단 </a:t>
            </a:r>
            <a:r>
              <a:rPr lang="ko-KR" altLang="en-US" sz="1600" b="1" dirty="0" err="1">
                <a:latin typeface="+mn-ea"/>
              </a:rPr>
              <a:t>번호넣기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Bdao.java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1458496"/>
            <a:ext cx="104071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 BDao.java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매개변수 </a:t>
            </a:r>
            <a:r>
              <a:rPr lang="en-US" altLang="ko-KR" b="1" dirty="0" smtClean="0"/>
              <a:t>2</a:t>
            </a:r>
            <a:r>
              <a:rPr lang="ko-KR" altLang="en-US" b="1" dirty="0" smtClean="0"/>
              <a:t>개 추가 </a:t>
            </a:r>
            <a:r>
              <a:rPr lang="en-US" altLang="ko-KR" b="1" dirty="0" smtClean="0"/>
              <a:t>]</a:t>
            </a:r>
          </a:p>
          <a:p>
            <a:r>
              <a:rPr lang="en-US" altLang="ko-KR" dirty="0"/>
              <a:t>//</a:t>
            </a:r>
            <a:r>
              <a:rPr lang="ko-KR" altLang="en-US" dirty="0"/>
              <a:t>전체 </a:t>
            </a:r>
            <a:r>
              <a:rPr lang="en-US" altLang="ko-KR" dirty="0"/>
              <a:t>select - list </a:t>
            </a:r>
          </a:p>
          <a:p>
            <a:r>
              <a:rPr lang="en-US" altLang="ko-KR" b="1" dirty="0"/>
              <a:t>public </a:t>
            </a:r>
            <a:r>
              <a:rPr lang="en-US" altLang="ko-KR" b="1" dirty="0" err="1"/>
              <a:t>ArrayList</a:t>
            </a:r>
            <a:r>
              <a:rPr lang="en-US" altLang="ko-KR" b="1" dirty="0"/>
              <a:t>&lt;</a:t>
            </a:r>
            <a:r>
              <a:rPr lang="en-US" altLang="ko-KR" b="1" dirty="0" err="1"/>
              <a:t>BDto</a:t>
            </a:r>
            <a:r>
              <a:rPr lang="en-US" altLang="ko-KR" b="1" dirty="0"/>
              <a:t>&gt; list(</a:t>
            </a:r>
            <a:r>
              <a:rPr lang="en-US" altLang="ko-KR" b="1" dirty="0" err="1"/>
              <a:t>int</a:t>
            </a:r>
            <a:r>
              <a:rPr lang="en-US" altLang="ko-KR" b="1" dirty="0"/>
              <a:t> </a:t>
            </a:r>
            <a:r>
              <a:rPr lang="en-US" altLang="ko-KR" b="1" dirty="0" err="1"/>
              <a:t>page,int</a:t>
            </a:r>
            <a:r>
              <a:rPr lang="en-US" altLang="ko-KR" b="1" dirty="0"/>
              <a:t> </a:t>
            </a:r>
            <a:r>
              <a:rPr lang="en-US" altLang="ko-KR" b="1" dirty="0" err="1"/>
              <a:t>limit,String</a:t>
            </a:r>
            <a:r>
              <a:rPr lang="en-US" altLang="ko-KR" b="1" dirty="0"/>
              <a:t> </a:t>
            </a:r>
            <a:r>
              <a:rPr lang="en-US" altLang="ko-KR" b="1" dirty="0" err="1"/>
              <a:t>opt,String</a:t>
            </a:r>
            <a:r>
              <a:rPr lang="en-US" altLang="ko-KR" b="1" dirty="0"/>
              <a:t> search) </a:t>
            </a:r>
            <a:r>
              <a:rPr lang="en-US" altLang="ko-KR" b="1" dirty="0" smtClean="0"/>
              <a:t>{</a:t>
            </a: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/>
              <a:t>switch (opt) {</a:t>
            </a:r>
          </a:p>
          <a:p>
            <a:r>
              <a:rPr lang="en-US" altLang="ko-KR" sz="1200" b="1" dirty="0"/>
              <a:t>case "":</a:t>
            </a:r>
          </a:p>
          <a:p>
            <a:r>
              <a:rPr lang="en-US" altLang="ko-KR" sz="1200" dirty="0" err="1"/>
              <a:t>sql</a:t>
            </a:r>
            <a:r>
              <a:rPr lang="en-US" altLang="ko-KR" sz="1200" dirty="0"/>
              <a:t>="select * from "</a:t>
            </a:r>
          </a:p>
          <a:p>
            <a:r>
              <a:rPr lang="en-US" altLang="ko-KR" sz="1200" dirty="0"/>
              <a:t>+ "(select </a:t>
            </a:r>
            <a:r>
              <a:rPr lang="en-US" altLang="ko-KR" sz="1200" dirty="0" err="1"/>
              <a:t>rownum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rnum,bid,bname,btitle,bcontent,bdate,bhit,bgroup,bstep,bindent</a:t>
            </a:r>
            <a:r>
              <a:rPr lang="en-US" altLang="ko-KR" sz="1200" dirty="0"/>
              <a:t> from"</a:t>
            </a:r>
          </a:p>
          <a:p>
            <a:r>
              <a:rPr lang="en-US" altLang="ko-KR" sz="1200" dirty="0"/>
              <a:t>+ "(select * from </a:t>
            </a:r>
            <a:r>
              <a:rPr lang="en-US" altLang="ko-KR" sz="1200" dirty="0" err="1"/>
              <a:t>mvc_board</a:t>
            </a:r>
            <a:r>
              <a:rPr lang="en-US" altLang="ko-KR" sz="1200" dirty="0"/>
              <a:t> order by </a:t>
            </a:r>
            <a:r>
              <a:rPr lang="en-US" altLang="ko-KR" sz="1200" dirty="0" err="1"/>
              <a:t>bgroup</a:t>
            </a:r>
            <a:r>
              <a:rPr lang="en-US" altLang="ko-KR" sz="1200" dirty="0"/>
              <a:t> </a:t>
            </a:r>
            <a:r>
              <a:rPr lang="en-US" altLang="ko-KR" sz="1200" dirty="0" err="1"/>
              <a:t>desc,bid</a:t>
            </a:r>
            <a:r>
              <a:rPr lang="en-US" altLang="ko-KR" sz="1200" dirty="0"/>
              <a:t> </a:t>
            </a:r>
            <a:r>
              <a:rPr lang="en-US" altLang="ko-KR" sz="1200" dirty="0" err="1"/>
              <a:t>asc</a:t>
            </a:r>
            <a:r>
              <a:rPr lang="en-US" altLang="ko-KR" sz="1200" dirty="0"/>
              <a:t>))"</a:t>
            </a:r>
          </a:p>
          <a:p>
            <a:r>
              <a:rPr lang="en-US" altLang="ko-KR" sz="1200" dirty="0"/>
              <a:t>+ "where </a:t>
            </a:r>
            <a:r>
              <a:rPr lang="en-US" altLang="ko-KR" sz="1200" dirty="0" err="1"/>
              <a:t>rnum</a:t>
            </a:r>
            <a:r>
              <a:rPr lang="en-US" altLang="ko-KR" sz="1200" dirty="0"/>
              <a:t>&gt;=? and </a:t>
            </a:r>
            <a:r>
              <a:rPr lang="en-US" altLang="ko-KR" sz="1200" dirty="0" err="1"/>
              <a:t>rnum</a:t>
            </a:r>
            <a:r>
              <a:rPr lang="en-US" altLang="ko-KR" sz="1200" dirty="0"/>
              <a:t>&lt;=?";</a:t>
            </a:r>
          </a:p>
          <a:p>
            <a:r>
              <a:rPr lang="en-US" altLang="ko-KR" sz="1200" b="1" dirty="0"/>
              <a:t>break;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b="1" dirty="0"/>
              <a:t>case "all":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sql</a:t>
            </a:r>
            <a:r>
              <a:rPr lang="en-US" altLang="ko-KR" sz="1200" dirty="0"/>
              <a:t>="select * from "</a:t>
            </a:r>
          </a:p>
          <a:p>
            <a:r>
              <a:rPr lang="en-US" altLang="ko-KR" sz="1200" dirty="0"/>
              <a:t>        + "(select </a:t>
            </a:r>
            <a:r>
              <a:rPr lang="en-US" altLang="ko-KR" sz="1200" dirty="0" err="1"/>
              <a:t>rownum</a:t>
            </a:r>
            <a:r>
              <a:rPr lang="en-US" altLang="ko-KR" sz="1200" dirty="0"/>
              <a:t> </a:t>
            </a:r>
            <a:r>
              <a:rPr lang="en-US" altLang="ko-KR" sz="1200" dirty="0" err="1"/>
              <a:t>rnum,bid,bname,btitle,bcontent,bdate,bhit,bgroup,bstep,bindent</a:t>
            </a:r>
            <a:r>
              <a:rPr lang="en-US" altLang="ko-KR" sz="1200" dirty="0"/>
              <a:t> from"</a:t>
            </a:r>
          </a:p>
          <a:p>
            <a:r>
              <a:rPr lang="en-US" altLang="ko-KR" sz="1200" dirty="0"/>
              <a:t>        + "(select * from </a:t>
            </a:r>
            <a:r>
              <a:rPr lang="en-US" altLang="ko-KR" sz="1200" dirty="0" err="1"/>
              <a:t>mvc_board</a:t>
            </a:r>
            <a:r>
              <a:rPr lang="en-US" altLang="ko-KR" sz="1200" dirty="0"/>
              <a:t> where </a:t>
            </a:r>
            <a:r>
              <a:rPr lang="en-US" altLang="ko-KR" sz="1200" dirty="0" err="1"/>
              <a:t>btitle</a:t>
            </a:r>
            <a:r>
              <a:rPr lang="en-US" altLang="ko-KR" sz="1200" dirty="0"/>
              <a:t> like '%?%' or </a:t>
            </a:r>
            <a:r>
              <a:rPr lang="en-US" altLang="ko-KR" sz="1200" dirty="0" err="1"/>
              <a:t>bcontent</a:t>
            </a:r>
            <a:r>
              <a:rPr lang="en-US" altLang="ko-KR" sz="1200" dirty="0"/>
              <a:t> like '%</a:t>
            </a:r>
            <a:r>
              <a:rPr lang="ko-KR" altLang="en-US" sz="1200" dirty="0"/>
              <a:t>게</a:t>
            </a:r>
            <a:r>
              <a:rPr lang="en-US" altLang="ko-KR" sz="1200" dirty="0"/>
              <a:t>%' order by </a:t>
            </a:r>
            <a:r>
              <a:rPr lang="en-US" altLang="ko-KR" sz="1200" dirty="0" err="1"/>
              <a:t>bgroup</a:t>
            </a:r>
            <a:r>
              <a:rPr lang="en-US" altLang="ko-KR" sz="1200" dirty="0"/>
              <a:t> </a:t>
            </a:r>
            <a:r>
              <a:rPr lang="en-US" altLang="ko-KR" sz="1200" dirty="0" err="1"/>
              <a:t>desc,bid</a:t>
            </a:r>
            <a:r>
              <a:rPr lang="en-US" altLang="ko-KR" sz="1200" dirty="0"/>
              <a:t> </a:t>
            </a:r>
            <a:r>
              <a:rPr lang="en-US" altLang="ko-KR" sz="1200" dirty="0" err="1"/>
              <a:t>asc</a:t>
            </a:r>
            <a:r>
              <a:rPr lang="en-US" altLang="ko-KR" sz="1200" dirty="0"/>
              <a:t>))"</a:t>
            </a:r>
          </a:p>
          <a:p>
            <a:r>
              <a:rPr lang="en-US" altLang="ko-KR" sz="1200" dirty="0"/>
              <a:t>        + "where </a:t>
            </a:r>
            <a:r>
              <a:rPr lang="en-US" altLang="ko-KR" sz="1200" dirty="0" err="1"/>
              <a:t>rnum</a:t>
            </a:r>
            <a:r>
              <a:rPr lang="en-US" altLang="ko-KR" sz="1200" dirty="0"/>
              <a:t>&gt;=? and </a:t>
            </a:r>
            <a:r>
              <a:rPr lang="en-US" altLang="ko-KR" sz="1200" dirty="0" err="1"/>
              <a:t>rnum</a:t>
            </a:r>
            <a:r>
              <a:rPr lang="en-US" altLang="ko-KR" sz="1200" dirty="0"/>
              <a:t>&lt;=?";</a:t>
            </a:r>
          </a:p>
          <a:p>
            <a:r>
              <a:rPr lang="en-US" altLang="ko-KR" sz="1200" b="1" dirty="0"/>
              <a:t>break</a:t>
            </a:r>
            <a:r>
              <a:rPr lang="en-US" altLang="ko-KR" sz="1200" b="1" dirty="0" smtClean="0"/>
              <a:t>;</a:t>
            </a:r>
          </a:p>
          <a:p>
            <a:endParaRPr lang="en-US" altLang="ko-KR" sz="1200" b="1" dirty="0" smtClean="0"/>
          </a:p>
          <a:p>
            <a:r>
              <a:rPr lang="en-US" altLang="ko-KR" sz="1200" b="1" dirty="0" smtClean="0"/>
              <a:t>.</a:t>
            </a:r>
          </a:p>
          <a:p>
            <a:r>
              <a:rPr lang="en-US" altLang="ko-KR" sz="1200" b="1" dirty="0" smtClean="0"/>
              <a:t>.</a:t>
            </a:r>
          </a:p>
          <a:p>
            <a:r>
              <a:rPr lang="en-US" altLang="ko-KR" sz="1200" b="1" dirty="0" smtClean="0"/>
              <a:t>.</a:t>
            </a:r>
          </a:p>
          <a:p>
            <a:r>
              <a:rPr lang="en-US" altLang="ko-KR" sz="1200" dirty="0" err="1"/>
              <a:t>pstmt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con.prepareStatement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sql</a:t>
            </a:r>
            <a:r>
              <a:rPr lang="en-US" altLang="ko-KR" sz="1200" dirty="0"/>
              <a:t>);</a:t>
            </a:r>
          </a:p>
          <a:p>
            <a:r>
              <a:rPr lang="en-US" altLang="ko-KR" sz="1200" b="1" dirty="0" err="1" smtClean="0">
                <a:solidFill>
                  <a:srgbClr val="FF0000"/>
                </a:solidFill>
              </a:rPr>
              <a:t>pstmt.setString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(1,”%”+search+”%”);</a:t>
            </a:r>
          </a:p>
          <a:p>
            <a:r>
              <a:rPr lang="en-US" altLang="ko-KR" sz="1200" dirty="0" err="1" smtClean="0"/>
              <a:t>pstmt.setInt</a:t>
            </a:r>
            <a:r>
              <a:rPr lang="en-US" altLang="ko-KR" sz="1200" dirty="0" smtClean="0"/>
              <a:t>(2, </a:t>
            </a:r>
            <a:r>
              <a:rPr lang="en-US" altLang="ko-KR" sz="1200" dirty="0" err="1"/>
              <a:t>startrow</a:t>
            </a:r>
            <a:r>
              <a:rPr lang="en-US" altLang="ko-KR" sz="1200" dirty="0"/>
              <a:t>);</a:t>
            </a:r>
          </a:p>
          <a:p>
            <a:r>
              <a:rPr lang="en-US" altLang="ko-KR" sz="1200" dirty="0" err="1" smtClean="0"/>
              <a:t>pstmt.setInt</a:t>
            </a:r>
            <a:r>
              <a:rPr lang="en-US" altLang="ko-KR" sz="1200" dirty="0" smtClean="0"/>
              <a:t>(3, </a:t>
            </a:r>
            <a:r>
              <a:rPr lang="en-US" altLang="ko-KR" sz="1200" dirty="0" err="1"/>
              <a:t>endrow</a:t>
            </a:r>
            <a:r>
              <a:rPr lang="en-US" altLang="ko-KR" sz="1200" dirty="0"/>
              <a:t>);</a:t>
            </a:r>
          </a:p>
          <a:p>
            <a:r>
              <a:rPr lang="en-US" altLang="ko-KR" sz="1200" dirty="0" err="1"/>
              <a:t>rs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pstmt.executeQuery</a:t>
            </a:r>
            <a:r>
              <a:rPr lang="en-US" altLang="ko-KR" sz="1200" dirty="0"/>
              <a:t>();</a:t>
            </a:r>
            <a:endParaRPr lang="en-US" altLang="ko-KR" sz="1200" b="1" dirty="0" smtClean="0"/>
          </a:p>
        </p:txBody>
      </p:sp>
    </p:spTree>
    <p:extLst>
      <p:ext uri="{BB962C8B-B14F-4D97-AF65-F5344CB8AC3E}">
        <p14:creationId xmlns:p14="http://schemas.microsoft.com/office/powerpoint/2010/main" val="247775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 smtClean="0">
                <a:latin typeface="+mn-ea"/>
              </a:rPr>
              <a:t>이전글</a:t>
            </a:r>
            <a:r>
              <a:rPr lang="ko-KR" altLang="en-US" sz="1600" b="1" dirty="0" smtClean="0">
                <a:latin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/ </a:t>
            </a:r>
            <a:r>
              <a:rPr lang="ko-KR" altLang="en-US" sz="1600" b="1" dirty="0" err="1" smtClean="0">
                <a:latin typeface="+mn-ea"/>
              </a:rPr>
              <a:t>다음글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Bdao.java</a:t>
            </a:r>
            <a:endParaRPr lang="en-US" altLang="ko-KR" sz="11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1458496"/>
            <a:ext cx="1040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 </a:t>
            </a:r>
            <a:r>
              <a:rPr lang="ko-KR" altLang="en-US" b="1" dirty="0" err="1" smtClean="0"/>
              <a:t>이전글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]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043407" y="1907808"/>
            <a:ext cx="102203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select * from (select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rownum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rnum,a.* from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(select * from 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board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order by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bgroup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desc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bstep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asc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a)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where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(select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from (select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rownum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rnum,a.* from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(select * from 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board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order by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bgroup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desc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bstep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asc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a)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where 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bid=?)+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3907423"/>
            <a:ext cx="1040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 </a:t>
            </a:r>
            <a:r>
              <a:rPr lang="ko-KR" altLang="en-US" b="1" dirty="0" err="1" smtClean="0"/>
              <a:t>다음글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]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43407" y="4356735"/>
            <a:ext cx="102203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select * from (select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rownum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rnum,a.* from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(select * from 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board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order by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bgroup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desc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bstep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asc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a)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where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(select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from (select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rownum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rnum,a.* from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(select * from 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board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order by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bgroup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desc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bstep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asc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a) 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		where 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bid=?)-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7920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: </a:t>
            </a:r>
            <a:r>
              <a:rPr lang="ko-KR" altLang="en-US" sz="1600" b="1" dirty="0" smtClean="0">
                <a:latin typeface="+mn-ea"/>
              </a:rPr>
              <a:t>제이쿼리 매개변수 전달방법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1458496"/>
            <a:ext cx="1040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 </a:t>
            </a:r>
            <a:r>
              <a:rPr lang="en-US" altLang="ko-KR" b="1" dirty="0" err="1" smtClean="0"/>
              <a:t>jquery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구문</a:t>
            </a:r>
            <a:r>
              <a:rPr lang="en-US" altLang="ko-KR" b="1" dirty="0"/>
              <a:t> </a:t>
            </a:r>
            <a:r>
              <a:rPr lang="en-US" altLang="ko-KR" b="1" dirty="0" smtClean="0"/>
              <a:t>- </a:t>
            </a:r>
            <a:r>
              <a:rPr lang="ko-KR" altLang="en-US" b="1" dirty="0" smtClean="0"/>
              <a:t>이벤트로 </a:t>
            </a:r>
            <a:r>
              <a:rPr lang="ko-KR" altLang="en-US" b="1" dirty="0"/>
              <a:t>매개변수 전달 </a:t>
            </a:r>
            <a:r>
              <a:rPr lang="ko-KR" altLang="en-US" b="1" dirty="0" smtClean="0"/>
              <a:t>방법 </a:t>
            </a:r>
            <a:r>
              <a:rPr lang="en-US" altLang="ko-KR" b="1" dirty="0" smtClean="0"/>
              <a:t>]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110431" y="2479016"/>
            <a:ext cx="7488832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$('home').on(click, {name: ﻿'</a:t>
            </a:r>
            <a:r>
              <a:rPr lang="ko-KR" altLang="en-US" dirty="0"/>
              <a:t>철수</a:t>
            </a:r>
            <a:r>
              <a:rPr lang="en-US" altLang="ko-KR" dirty="0"/>
              <a:t>', age: 19}, function(e) {</a:t>
            </a:r>
          </a:p>
          <a:p>
            <a:r>
              <a:rPr lang="en-US" altLang="ko-KR" dirty="0"/>
              <a:t>     console.log(e.data.name + '</a:t>
            </a:r>
            <a:r>
              <a:rPr lang="ko-KR" altLang="en-US" dirty="0"/>
              <a:t>는</a:t>
            </a:r>
            <a:r>
              <a:rPr lang="en-US" altLang="ko-KR" dirty="0"/>
              <a:t>(</a:t>
            </a:r>
            <a:r>
              <a:rPr lang="ko-KR" altLang="en-US" dirty="0"/>
              <a:t>은</a:t>
            </a:r>
            <a:r>
              <a:rPr lang="en-US" altLang="ko-KR" dirty="0"/>
              <a:t>) ' + </a:t>
            </a:r>
            <a:r>
              <a:rPr lang="en-US" altLang="ko-KR" dirty="0" err="1"/>
              <a:t>e.data.age</a:t>
            </a:r>
            <a:r>
              <a:rPr lang="en-US" altLang="ko-KR" dirty="0"/>
              <a:t> + '</a:t>
            </a:r>
            <a:r>
              <a:rPr lang="ko-KR" altLang="en-US" dirty="0"/>
              <a:t>살이다</a:t>
            </a:r>
            <a:r>
              <a:rPr lang="en-US" altLang="ko-KR" dirty="0"/>
              <a:t>')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110431" y="2009214"/>
            <a:ext cx="40609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/>
              <a:t>.on( events [, selector ] [, data ], handler )</a:t>
            </a:r>
            <a:endParaRPr lang="ko-KR" altLang="en-US" sz="1600" dirty="0"/>
          </a:p>
        </p:txBody>
      </p:sp>
      <p:sp>
        <p:nvSpPr>
          <p:cNvPr id="10" name="직사각형 9"/>
          <p:cNvSpPr/>
          <p:nvPr/>
        </p:nvSpPr>
        <p:spPr>
          <a:xfrm>
            <a:off x="1110431" y="3533594"/>
            <a:ext cx="76462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SpoqaHanSansNeo"/>
              </a:rPr>
              <a:t>name </a:t>
            </a:r>
            <a:r>
              <a:rPr lang="ko-KR" altLang="en-US" sz="1200" dirty="0">
                <a:latin typeface="SpoqaHanSansNeo"/>
              </a:rPr>
              <a:t>과 </a:t>
            </a:r>
            <a:r>
              <a:rPr lang="en-US" altLang="ko-KR" sz="1200" dirty="0">
                <a:latin typeface="SpoqaHanSansNeo"/>
              </a:rPr>
              <a:t>age </a:t>
            </a:r>
            <a:r>
              <a:rPr lang="ko-KR" altLang="en-US" sz="1200" dirty="0">
                <a:latin typeface="SpoqaHanSansNeo"/>
              </a:rPr>
              <a:t>가 이벤트 객체인 </a:t>
            </a:r>
            <a:r>
              <a:rPr lang="en-US" altLang="ko-KR" sz="1200" dirty="0">
                <a:latin typeface="SpoqaHanSansNeo"/>
              </a:rPr>
              <a:t>e </a:t>
            </a:r>
            <a:r>
              <a:rPr lang="ko-KR" altLang="en-US" sz="1200" dirty="0">
                <a:latin typeface="SpoqaHanSansNeo"/>
              </a:rPr>
              <a:t>와 함께 </a:t>
            </a:r>
            <a:r>
              <a:rPr lang="ko-KR" altLang="en-US" sz="1200" dirty="0" err="1">
                <a:latin typeface="SpoqaHanSansNeo"/>
              </a:rPr>
              <a:t>전달되서</a:t>
            </a:r>
            <a:r>
              <a:rPr lang="ko-KR" altLang="en-US" sz="1200" dirty="0">
                <a:latin typeface="SpoqaHanSansNeo"/>
              </a:rPr>
              <a:t> </a:t>
            </a:r>
            <a:r>
              <a:rPr lang="en-US" altLang="ko-KR" sz="1200" dirty="0">
                <a:latin typeface="SpoqaHanSansNeo"/>
              </a:rPr>
              <a:t>data </a:t>
            </a:r>
            <a:r>
              <a:rPr lang="ko-KR" altLang="en-US" sz="1200" dirty="0">
                <a:latin typeface="SpoqaHanSansNeo"/>
              </a:rPr>
              <a:t>속성을 통해 사용할 수 있게 됩니다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4063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* </a:t>
            </a:r>
            <a:r>
              <a:rPr lang="ko-KR" altLang="en-US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참조 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: </a:t>
            </a:r>
            <a:r>
              <a:rPr lang="ko-KR" altLang="en-US" sz="1600" b="1" dirty="0" smtClean="0">
                <a:latin typeface="+mn-ea"/>
              </a:rPr>
              <a:t>제이쿼리 매개변수 전달방법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481C463-1F19-41E5-9D67-7D254018CD39}"/>
              </a:ext>
            </a:extLst>
          </p:cNvPr>
          <p:cNvSpPr txBox="1"/>
          <p:nvPr/>
        </p:nvSpPr>
        <p:spPr>
          <a:xfrm>
            <a:off x="1043408" y="1458496"/>
            <a:ext cx="1040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[ </a:t>
            </a:r>
            <a:r>
              <a:rPr lang="ko-KR" altLang="en-US" b="1" dirty="0" err="1" smtClean="0"/>
              <a:t>하단댓글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수정클릭시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]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110431" y="2009214"/>
            <a:ext cx="34788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 smtClean="0"/>
              <a:t>출력된 데이터 </a:t>
            </a:r>
            <a:r>
              <a:rPr lang="ko-KR" altLang="en-US" sz="1600" dirty="0" err="1" smtClean="0"/>
              <a:t>입력창으로</a:t>
            </a:r>
            <a:r>
              <a:rPr lang="ko-KR" altLang="en-US" sz="1600" dirty="0" smtClean="0"/>
              <a:t> 가져오기</a:t>
            </a:r>
            <a:endParaRPr lang="ko-KR" altLang="en-US" sz="1600" dirty="0"/>
          </a:p>
        </p:txBody>
      </p:sp>
      <p:sp>
        <p:nvSpPr>
          <p:cNvPr id="11" name="직사각형 10"/>
          <p:cNvSpPr/>
          <p:nvPr/>
        </p:nvSpPr>
        <p:spPr>
          <a:xfrm>
            <a:off x="677008" y="2497034"/>
            <a:ext cx="5404592" cy="24622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&lt;script&gt;</a:t>
            </a:r>
          </a:p>
          <a:p>
            <a:r>
              <a:rPr lang="en-US" altLang="ko-KR" sz="1400" dirty="0"/>
              <a:t>$(</a:t>
            </a:r>
            <a:r>
              <a:rPr lang="en-US" altLang="ko-KR" sz="1400" b="1" dirty="0"/>
              <a:t>function</a:t>
            </a:r>
            <a:r>
              <a:rPr lang="en-US" altLang="ko-KR" sz="1400" dirty="0"/>
              <a:t>(){</a:t>
            </a:r>
          </a:p>
          <a:p>
            <a:pPr lvl="1"/>
            <a:r>
              <a:rPr lang="en-US" altLang="ko-KR" sz="1400" dirty="0"/>
              <a:t>$(".</a:t>
            </a:r>
            <a:r>
              <a:rPr lang="en-US" altLang="ko-KR" sz="1400" dirty="0" err="1"/>
              <a:t>upbtn</a:t>
            </a:r>
            <a:r>
              <a:rPr lang="en-US" altLang="ko-KR" sz="1400" dirty="0"/>
              <a:t>").click(</a:t>
            </a:r>
            <a:r>
              <a:rPr lang="en-US" altLang="ko-KR" sz="1400" b="1" dirty="0"/>
              <a:t>function</a:t>
            </a:r>
            <a:r>
              <a:rPr lang="en-US" altLang="ko-KR" sz="1400" dirty="0"/>
              <a:t>(){</a:t>
            </a:r>
          </a:p>
          <a:p>
            <a:pPr lvl="2"/>
            <a:r>
              <a:rPr lang="en-US" altLang="ko-KR" sz="1400" b="1" dirty="0" err="1"/>
              <a:t>var</a:t>
            </a:r>
            <a:r>
              <a:rPr lang="en-US" altLang="ko-KR" sz="1400" dirty="0"/>
              <a:t> </a:t>
            </a:r>
            <a:r>
              <a:rPr lang="en-US" altLang="ko-KR" sz="1400" dirty="0" err="1"/>
              <a:t>ulData</a:t>
            </a:r>
            <a:r>
              <a:rPr lang="en-US" altLang="ko-KR" sz="1400" dirty="0"/>
              <a:t> = $(</a:t>
            </a:r>
            <a:r>
              <a:rPr lang="en-US" altLang="ko-KR" sz="1400" b="1" dirty="0"/>
              <a:t>this</a:t>
            </a:r>
            <a:r>
              <a:rPr lang="en-US" altLang="ko-KR" sz="1400" dirty="0"/>
              <a:t>).parent().parent();</a:t>
            </a:r>
          </a:p>
          <a:p>
            <a:pPr lvl="2"/>
            <a:r>
              <a:rPr lang="en-US" altLang="ko-KR" sz="1400" dirty="0"/>
              <a:t>alert("</a:t>
            </a:r>
            <a:r>
              <a:rPr lang="ko-KR" altLang="en-US" sz="1400" dirty="0"/>
              <a:t>수정제목 </a:t>
            </a:r>
            <a:r>
              <a:rPr lang="en-US" altLang="ko-KR" sz="1400" dirty="0"/>
              <a:t>: "+$(</a:t>
            </a:r>
            <a:r>
              <a:rPr lang="en-US" altLang="ko-KR" sz="1400" b="1" dirty="0"/>
              <a:t>this</a:t>
            </a:r>
            <a:r>
              <a:rPr lang="en-US" altLang="ko-KR" sz="1400" dirty="0"/>
              <a:t>).parent().</a:t>
            </a:r>
            <a:r>
              <a:rPr lang="en-US" altLang="ko-KR" sz="1400" dirty="0" err="1"/>
              <a:t>prev</a:t>
            </a:r>
            <a:r>
              <a:rPr lang="en-US" altLang="ko-KR" sz="1400" dirty="0"/>
              <a:t>().</a:t>
            </a:r>
            <a:r>
              <a:rPr lang="en-US" altLang="ko-KR" sz="1400" dirty="0" err="1"/>
              <a:t>prev</a:t>
            </a:r>
            <a:r>
              <a:rPr lang="en-US" altLang="ko-KR" sz="1400" dirty="0"/>
              <a:t>().text()); </a:t>
            </a:r>
          </a:p>
          <a:p>
            <a:pPr lvl="2"/>
            <a:r>
              <a:rPr lang="en-US" altLang="ko-KR" sz="1400" dirty="0"/>
              <a:t>alert("</a:t>
            </a:r>
            <a:r>
              <a:rPr lang="ko-KR" altLang="en-US" sz="1400" dirty="0"/>
              <a:t>수정내용 </a:t>
            </a:r>
            <a:r>
              <a:rPr lang="en-US" altLang="ko-KR" sz="1400" dirty="0"/>
              <a:t>: "+$(</a:t>
            </a:r>
            <a:r>
              <a:rPr lang="en-US" altLang="ko-KR" sz="1400" b="1" dirty="0"/>
              <a:t>this</a:t>
            </a:r>
            <a:r>
              <a:rPr lang="en-US" altLang="ko-KR" sz="1400" dirty="0"/>
              <a:t>).parent().</a:t>
            </a:r>
            <a:r>
              <a:rPr lang="en-US" altLang="ko-KR" sz="1400" dirty="0" err="1"/>
              <a:t>prev</a:t>
            </a:r>
            <a:r>
              <a:rPr lang="en-US" altLang="ko-KR" sz="1400" dirty="0"/>
              <a:t>().text()); </a:t>
            </a:r>
          </a:p>
          <a:p>
            <a:pPr lvl="2"/>
            <a:r>
              <a:rPr lang="en-US" altLang="ko-KR" sz="1400" dirty="0"/>
              <a:t>alert("</a:t>
            </a:r>
            <a:r>
              <a:rPr lang="ko-KR" altLang="en-US" sz="1400" dirty="0"/>
              <a:t>수정</a:t>
            </a:r>
            <a:r>
              <a:rPr lang="en-US" altLang="ko-KR" sz="1400" dirty="0" err="1"/>
              <a:t>ul</a:t>
            </a:r>
            <a:r>
              <a:rPr lang="en-US" altLang="ko-KR" sz="1400" dirty="0"/>
              <a:t> id : "+$(</a:t>
            </a:r>
            <a:r>
              <a:rPr lang="en-US" altLang="ko-KR" sz="1400" b="1" dirty="0"/>
              <a:t>this</a:t>
            </a:r>
            <a:r>
              <a:rPr lang="en-US" altLang="ko-KR" sz="1400" dirty="0"/>
              <a:t>).parent().parent().</a:t>
            </a:r>
            <a:r>
              <a:rPr lang="en-US" altLang="ko-KR" sz="1400" dirty="0" err="1"/>
              <a:t>attr</a:t>
            </a:r>
            <a:r>
              <a:rPr lang="en-US" altLang="ko-KR" sz="1400" dirty="0"/>
              <a:t>("id")); </a:t>
            </a:r>
          </a:p>
          <a:p>
            <a:pPr lvl="2"/>
            <a:r>
              <a:rPr lang="en-US" altLang="ko-KR" sz="1400" dirty="0"/>
              <a:t>alert("</a:t>
            </a:r>
            <a:r>
              <a:rPr lang="en-US" altLang="ko-KR" sz="1400" dirty="0" err="1"/>
              <a:t>ulData</a:t>
            </a:r>
            <a:r>
              <a:rPr lang="en-US" altLang="ko-KR" sz="1400" dirty="0"/>
              <a:t> name : "+</a:t>
            </a:r>
            <a:r>
              <a:rPr lang="en-US" altLang="ko-KR" sz="1400" dirty="0" err="1"/>
              <a:t>ulData.find</a:t>
            </a:r>
            <a:r>
              <a:rPr lang="en-US" altLang="ko-KR" sz="1400" dirty="0"/>
              <a:t>("li.txt").text()); </a:t>
            </a:r>
          </a:p>
          <a:p>
            <a:pPr lvl="1"/>
            <a:r>
              <a:rPr lang="en-US" altLang="ko-KR" sz="1400" dirty="0"/>
              <a:t>}); </a:t>
            </a:r>
          </a:p>
          <a:p>
            <a:r>
              <a:rPr lang="en-US" altLang="ko-KR" sz="1400" dirty="0"/>
              <a:t>});</a:t>
            </a:r>
          </a:p>
          <a:p>
            <a:r>
              <a:rPr lang="en-US" altLang="ko-KR" sz="1400" dirty="0"/>
              <a:t>&lt;/script&gt;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189028" y="2497034"/>
            <a:ext cx="4833685" cy="33239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&lt;div class=</a:t>
            </a:r>
            <a:r>
              <a:rPr lang="en-US" altLang="ko-KR" sz="1400" i="1" dirty="0"/>
              <a:t>"</a:t>
            </a:r>
            <a:r>
              <a:rPr lang="en-US" altLang="ko-KR" sz="1400" i="1" dirty="0" err="1"/>
              <a:t>replyBox</a:t>
            </a:r>
            <a:r>
              <a:rPr lang="en-US" altLang="ko-KR" sz="1400" i="1" dirty="0"/>
              <a:t>"</a:t>
            </a:r>
            <a:r>
              <a:rPr lang="en-US" altLang="ko-KR" sz="1400" dirty="0"/>
              <a:t>&gt;</a:t>
            </a:r>
          </a:p>
          <a:p>
            <a:pPr lvl="1"/>
            <a:r>
              <a:rPr lang="en-US" altLang="ko-KR" sz="1400" dirty="0"/>
              <a:t>&lt;!-- </a:t>
            </a:r>
            <a:r>
              <a:rPr lang="ko-KR" altLang="en-US" sz="1400" dirty="0"/>
              <a:t>반복 시작 </a:t>
            </a:r>
            <a:r>
              <a:rPr lang="en-US" altLang="ko-KR" sz="1400" dirty="0"/>
              <a:t>--&gt;</a:t>
            </a:r>
            <a:endParaRPr lang="ko-KR" altLang="en-US" sz="1400" dirty="0"/>
          </a:p>
          <a:p>
            <a:pPr lvl="1"/>
            <a:r>
              <a:rPr lang="en-US" altLang="ko-KR" sz="1400" dirty="0"/>
              <a:t>&lt;</a:t>
            </a:r>
            <a:r>
              <a:rPr lang="en-US" altLang="ko-KR" sz="1400" dirty="0" err="1"/>
              <a:t>c:forEach</a:t>
            </a:r>
            <a:r>
              <a:rPr lang="en-US" altLang="ko-KR" sz="1400" dirty="0"/>
              <a:t> </a:t>
            </a:r>
            <a:r>
              <a:rPr lang="en-US" altLang="ko-KR" sz="1400" dirty="0" err="1"/>
              <a:t>var</a:t>
            </a:r>
            <a:r>
              <a:rPr lang="en-US" altLang="ko-KR" sz="1400" dirty="0"/>
              <a:t>=</a:t>
            </a:r>
            <a:r>
              <a:rPr lang="en-US" altLang="ko-KR" sz="1400" i="1" dirty="0"/>
              <a:t>"</a:t>
            </a:r>
            <a:r>
              <a:rPr lang="en-US" altLang="ko-KR" sz="1400" i="1" dirty="0" err="1"/>
              <a:t>ecomment</a:t>
            </a:r>
            <a:r>
              <a:rPr lang="en-US" altLang="ko-KR" sz="1400" i="1" dirty="0"/>
              <a:t>"</a:t>
            </a:r>
            <a:r>
              <a:rPr lang="en-US" altLang="ko-KR" sz="1400" dirty="0"/>
              <a:t> items=</a:t>
            </a:r>
            <a:r>
              <a:rPr lang="en-US" altLang="ko-KR" sz="1400" i="1" dirty="0"/>
              <a:t>"</a:t>
            </a:r>
            <a:r>
              <a:rPr lang="en-US" altLang="ko-KR" sz="1400" dirty="0"/>
              <a:t>${</a:t>
            </a:r>
            <a:r>
              <a:rPr lang="en-US" altLang="ko-KR" sz="1400" dirty="0" err="1"/>
              <a:t>clist</a:t>
            </a:r>
            <a:r>
              <a:rPr lang="en-US" altLang="ko-KR" sz="1400" dirty="0"/>
              <a:t>}</a:t>
            </a:r>
            <a:r>
              <a:rPr lang="en-US" altLang="ko-KR" sz="1400" i="1" dirty="0"/>
              <a:t>"</a:t>
            </a:r>
            <a:r>
              <a:rPr lang="en-US" altLang="ko-KR" sz="1400" dirty="0"/>
              <a:t>&gt;</a:t>
            </a:r>
          </a:p>
          <a:p>
            <a:pPr lvl="2"/>
            <a:r>
              <a:rPr lang="en-US" altLang="ko-KR" sz="1400" dirty="0"/>
              <a:t>&lt;</a:t>
            </a:r>
            <a:r>
              <a:rPr lang="en-US" altLang="ko-KR" sz="1400" dirty="0" err="1"/>
              <a:t>ul</a:t>
            </a:r>
            <a:r>
              <a:rPr lang="en-US" altLang="ko-KR" sz="1400" dirty="0"/>
              <a:t> id=</a:t>
            </a:r>
            <a:r>
              <a:rPr lang="en-US" altLang="ko-KR" sz="1400" i="1" dirty="0"/>
              <a:t>"</a:t>
            </a:r>
            <a:r>
              <a:rPr lang="en-US" altLang="ko-KR" sz="1400" dirty="0"/>
              <a:t>${</a:t>
            </a:r>
            <a:r>
              <a:rPr lang="en-US" altLang="ko-KR" sz="1400" dirty="0" err="1"/>
              <a:t>ecomment.cno</a:t>
            </a:r>
            <a:r>
              <a:rPr lang="en-US" altLang="ko-KR" sz="1400" dirty="0"/>
              <a:t>}</a:t>
            </a:r>
            <a:r>
              <a:rPr lang="en-US" altLang="ko-KR" sz="1400" i="1" dirty="0"/>
              <a:t>"</a:t>
            </a:r>
            <a:r>
              <a:rPr lang="en-US" altLang="ko-KR" sz="1400" dirty="0"/>
              <a:t>&gt;</a:t>
            </a:r>
          </a:p>
          <a:p>
            <a:pPr lvl="2"/>
            <a:r>
              <a:rPr lang="en-US" altLang="ko-KR" sz="1400" dirty="0"/>
              <a:t>&lt;li class=</a:t>
            </a:r>
            <a:r>
              <a:rPr lang="en-US" altLang="ko-KR" sz="1400" i="1" dirty="0"/>
              <a:t>"name"</a:t>
            </a:r>
            <a:r>
              <a:rPr lang="en-US" altLang="ko-KR" sz="1400" dirty="0"/>
              <a:t>&gt;${ecomment.id } &lt;span&gt;[${</a:t>
            </a:r>
            <a:r>
              <a:rPr lang="en-US" altLang="ko-KR" sz="1400" dirty="0" err="1"/>
              <a:t>ecomment.cdate</a:t>
            </a:r>
            <a:r>
              <a:rPr lang="en-US" altLang="ko-KR" sz="1400" dirty="0"/>
              <a:t> }]&lt;/span&gt;&lt;/li&gt;</a:t>
            </a:r>
          </a:p>
          <a:p>
            <a:pPr lvl="2"/>
            <a:r>
              <a:rPr lang="en-US" altLang="ko-KR" sz="1400" dirty="0"/>
              <a:t>&lt;li class=</a:t>
            </a:r>
            <a:r>
              <a:rPr lang="en-US" altLang="ko-KR" sz="1400" i="1" dirty="0"/>
              <a:t>"txt"</a:t>
            </a:r>
            <a:r>
              <a:rPr lang="en-US" altLang="ko-KR" sz="1400" dirty="0"/>
              <a:t>&gt;${</a:t>
            </a:r>
            <a:r>
              <a:rPr lang="en-US" altLang="ko-KR" sz="1400" dirty="0" err="1"/>
              <a:t>ecomment.ccontent</a:t>
            </a:r>
            <a:r>
              <a:rPr lang="en-US" altLang="ko-KR" sz="1400" dirty="0"/>
              <a:t> }&lt;/li&gt;</a:t>
            </a:r>
          </a:p>
          <a:p>
            <a:pPr lvl="2"/>
            <a:r>
              <a:rPr lang="en-US" altLang="ko-KR" sz="1400" dirty="0"/>
              <a:t>&lt;li class=</a:t>
            </a:r>
            <a:r>
              <a:rPr lang="en-US" altLang="ko-KR" sz="1400" i="1" dirty="0"/>
              <a:t>"</a:t>
            </a:r>
            <a:r>
              <a:rPr lang="en-US" altLang="ko-KR" sz="1400" i="1" dirty="0" err="1"/>
              <a:t>btn</a:t>
            </a:r>
            <a:r>
              <a:rPr lang="en-US" altLang="ko-KR" sz="1400" i="1" dirty="0"/>
              <a:t>"</a:t>
            </a:r>
            <a:r>
              <a:rPr lang="en-US" altLang="ko-KR" sz="1400" dirty="0"/>
              <a:t>&gt;</a:t>
            </a:r>
          </a:p>
          <a:p>
            <a:pPr lvl="2"/>
            <a:r>
              <a:rPr lang="en-US" altLang="ko-KR" sz="1400" dirty="0"/>
              <a:t>&lt;a class</a:t>
            </a:r>
            <a:r>
              <a:rPr lang="en-US" altLang="ko-KR" sz="1400" dirty="0" smtClean="0"/>
              <a:t>=</a:t>
            </a:r>
            <a:r>
              <a:rPr lang="en-US" altLang="ko-KR" sz="1400" i="1" dirty="0" smtClean="0"/>
              <a:t>“</a:t>
            </a:r>
            <a:r>
              <a:rPr lang="en-US" altLang="ko-KR" sz="1400" i="1" dirty="0" err="1" smtClean="0"/>
              <a:t>upbtn</a:t>
            </a:r>
            <a:r>
              <a:rPr lang="en-US" altLang="ko-KR" sz="1400" i="1" dirty="0" smtClean="0"/>
              <a:t> </a:t>
            </a:r>
            <a:r>
              <a:rPr lang="en-US" altLang="ko-KR" sz="1400" i="1" dirty="0" err="1" smtClean="0"/>
              <a:t>rebtn</a:t>
            </a:r>
            <a:r>
              <a:rPr lang="en-US" altLang="ko-KR" sz="1400" i="1" dirty="0"/>
              <a:t>"</a:t>
            </a:r>
            <a:r>
              <a:rPr lang="en-US" altLang="ko-KR" sz="1400" dirty="0"/>
              <a:t>&gt;</a:t>
            </a:r>
            <a:r>
              <a:rPr lang="ko-KR" altLang="en-US" sz="1400" dirty="0"/>
              <a:t>수정</a:t>
            </a:r>
            <a:r>
              <a:rPr lang="en-US" altLang="ko-KR" sz="1400" dirty="0"/>
              <a:t>&lt;/a&gt;</a:t>
            </a:r>
          </a:p>
          <a:p>
            <a:pPr lvl="2"/>
            <a:r>
              <a:rPr lang="en-US" altLang="ko-KR" sz="1400" dirty="0"/>
              <a:t>&lt;a </a:t>
            </a:r>
            <a:r>
              <a:rPr lang="en-US" altLang="ko-KR" sz="1400" dirty="0" err="1"/>
              <a:t>href</a:t>
            </a:r>
            <a:r>
              <a:rPr lang="en-US" altLang="ko-KR" sz="1400" dirty="0"/>
              <a:t>=</a:t>
            </a:r>
            <a:r>
              <a:rPr lang="en-US" altLang="ko-KR" sz="1400" i="1" dirty="0"/>
              <a:t>"#"</a:t>
            </a:r>
            <a:r>
              <a:rPr lang="en-US" altLang="ko-KR" sz="1400" dirty="0"/>
              <a:t> class=</a:t>
            </a:r>
            <a:r>
              <a:rPr lang="en-US" altLang="ko-KR" sz="1400" i="1" dirty="0"/>
              <a:t>"</a:t>
            </a:r>
            <a:r>
              <a:rPr lang="en-US" altLang="ko-KR" sz="1400" i="1" dirty="0" err="1"/>
              <a:t>rebtn</a:t>
            </a:r>
            <a:r>
              <a:rPr lang="en-US" altLang="ko-KR" sz="1400" i="1" dirty="0"/>
              <a:t>"</a:t>
            </a:r>
            <a:r>
              <a:rPr lang="en-US" altLang="ko-KR" sz="1400" dirty="0"/>
              <a:t>&gt;</a:t>
            </a:r>
            <a:r>
              <a:rPr lang="ko-KR" altLang="en-US" sz="1400" dirty="0"/>
              <a:t>삭제</a:t>
            </a:r>
            <a:r>
              <a:rPr lang="en-US" altLang="ko-KR" sz="1400" dirty="0"/>
              <a:t>&lt;/a&gt;</a:t>
            </a:r>
          </a:p>
          <a:p>
            <a:pPr lvl="2"/>
            <a:r>
              <a:rPr lang="en-US" altLang="ko-KR" sz="1400" dirty="0"/>
              <a:t>&lt;/li&gt;</a:t>
            </a:r>
          </a:p>
          <a:p>
            <a:pPr lvl="2"/>
            <a:r>
              <a:rPr lang="en-US" altLang="ko-KR" sz="1400" dirty="0"/>
              <a:t>&lt;/</a:t>
            </a:r>
            <a:r>
              <a:rPr lang="en-US" altLang="ko-KR" sz="1400" dirty="0" err="1"/>
              <a:t>ul</a:t>
            </a:r>
            <a:r>
              <a:rPr lang="en-US" altLang="ko-KR" sz="1400" dirty="0"/>
              <a:t>&gt;</a:t>
            </a:r>
          </a:p>
          <a:p>
            <a:pPr lvl="1"/>
            <a:r>
              <a:rPr lang="en-US" altLang="ko-KR" sz="1400" dirty="0"/>
              <a:t>&lt;/</a:t>
            </a:r>
            <a:r>
              <a:rPr lang="en-US" altLang="ko-KR" sz="1400" dirty="0" err="1"/>
              <a:t>c:forEach</a:t>
            </a:r>
            <a:r>
              <a:rPr lang="en-US" altLang="ko-KR" sz="1400" dirty="0"/>
              <a:t>&gt;</a:t>
            </a:r>
          </a:p>
          <a:p>
            <a:pPr lvl="1"/>
            <a:r>
              <a:rPr lang="en-US" altLang="ko-KR" sz="1400" dirty="0"/>
              <a:t>&lt;!-- </a:t>
            </a:r>
            <a:r>
              <a:rPr lang="ko-KR" altLang="en-US" sz="1400" dirty="0"/>
              <a:t>반복 끝 </a:t>
            </a:r>
            <a:r>
              <a:rPr lang="en-US" altLang="ko-KR" sz="1400" dirty="0" smtClean="0"/>
              <a:t>--&gt;</a:t>
            </a:r>
          </a:p>
          <a:p>
            <a:r>
              <a:rPr lang="en-US" altLang="ko-KR" sz="1400" dirty="0" smtClean="0"/>
              <a:t>&lt;/div&gt;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3932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8004</TotalTime>
  <Words>1480</Words>
  <Application>Microsoft Office PowerPoint</Application>
  <PresentationFormat>와이드스크린</PresentationFormat>
  <Paragraphs>256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SpoqaHanSansNeo</vt:lpstr>
      <vt:lpstr>굴림</vt:lpstr>
      <vt:lpstr>맑은 고딕</vt:lpstr>
      <vt:lpstr>Arial</vt:lpstr>
      <vt:lpstr>Consolas</vt:lpstr>
      <vt:lpstr>verdana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1591</cp:revision>
  <dcterms:created xsi:type="dcterms:W3CDTF">2014-12-01T08:37:15Z</dcterms:created>
  <dcterms:modified xsi:type="dcterms:W3CDTF">2023-12-08T05:47:21Z</dcterms:modified>
</cp:coreProperties>
</file>