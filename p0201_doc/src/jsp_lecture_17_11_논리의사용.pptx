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95" r:id="rId3"/>
    <p:sldId id="417" r:id="rId4"/>
    <p:sldId id="418" r:id="rId5"/>
    <p:sldId id="359" r:id="rId6"/>
    <p:sldId id="419" r:id="rId7"/>
    <p:sldId id="421" r:id="rId8"/>
    <p:sldId id="420" r:id="rId9"/>
    <p:sldId id="422" r:id="rId10"/>
    <p:sldId id="3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2020-04-19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- 2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9D222-F09B-40F8-B18F-B1FFDA977FAF}"/>
              </a:ext>
            </a:extLst>
          </p:cNvPr>
          <p:cNvSpPr txBox="1"/>
          <p:nvPr/>
        </p:nvSpPr>
        <p:spPr>
          <a:xfrm>
            <a:off x="7109012" y="3900173"/>
            <a:ext cx="4195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논리의 사용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DECODE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논리의 사용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목차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88A93B-BFB7-467D-81F0-B16857DA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93" y="2097290"/>
            <a:ext cx="8085939" cy="65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논리의 사용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선택을 위한 </a:t>
            </a:r>
            <a:r>
              <a:rPr lang="en-US" altLang="ko-KR" sz="1600" b="1" dirty="0">
                <a:latin typeface="+mn-ea"/>
              </a:rPr>
              <a:t>DECODE</a:t>
            </a:r>
            <a:r>
              <a:rPr lang="ko-KR" altLang="en-US" sz="1600" b="1" dirty="0">
                <a:latin typeface="+mn-ea"/>
              </a:rPr>
              <a:t>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560C00-071A-4358-999D-B5F56F30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08" y="1989737"/>
            <a:ext cx="8786070" cy="420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4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논리의 사용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선택을 위한 </a:t>
            </a:r>
            <a:r>
              <a:rPr lang="en-US" altLang="ko-KR" sz="1600" b="1" dirty="0">
                <a:latin typeface="+mn-ea"/>
              </a:rPr>
              <a:t>DECODE</a:t>
            </a:r>
            <a:r>
              <a:rPr lang="ko-KR" altLang="en-US" sz="1600" b="1" dirty="0">
                <a:latin typeface="+mn-ea"/>
              </a:rPr>
              <a:t>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2B8F99-A835-4836-9266-E9E33203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35" y="1911509"/>
            <a:ext cx="9946240" cy="347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2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CFFB4E-05A0-45B4-8B72-C3C2B139A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134" y="1682698"/>
            <a:ext cx="7875711" cy="491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9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96C001-A370-44DC-AE00-1FA58EB9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1708295"/>
            <a:ext cx="50958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1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논리의 사용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조건에 따라 서로 다른 처리가 가능한 </a:t>
            </a:r>
            <a:r>
              <a:rPr lang="en-US" altLang="ko-KR" sz="1600" b="1" dirty="0">
                <a:latin typeface="+mn-ea"/>
              </a:rPr>
              <a:t>CASE</a:t>
            </a:r>
            <a:r>
              <a:rPr lang="ko-KR" altLang="en-US" sz="1600" b="1" dirty="0">
                <a:latin typeface="+mn-ea"/>
              </a:rPr>
              <a:t>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E06BEB-89C3-43B5-BAA7-A4DB75DD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30" y="1617660"/>
            <a:ext cx="8347948" cy="505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7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0FA525-776E-4A69-B523-6A1A43D51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59" y="1731938"/>
            <a:ext cx="9388941" cy="339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7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  <a:ea typeface="+mn-ea"/>
              </a:rPr>
              <a:t>실습</a:t>
            </a:r>
            <a:r>
              <a:rPr lang="en-US" altLang="ko-KR" sz="1600" b="1" dirty="0">
                <a:latin typeface="+mn-ea"/>
                <a:ea typeface="+mn-ea"/>
              </a:rPr>
              <a:t>.</a:t>
            </a:r>
            <a:endParaRPr lang="ko-KR" altLang="en-US" sz="1600" b="1" dirty="0">
              <a:latin typeface="+mn-ea"/>
              <a:ea typeface="+mn-ea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아래와 같이 </a:t>
            </a:r>
            <a:r>
              <a:rPr lang="ko-KR" altLang="en-US" sz="1600" b="1" dirty="0" err="1">
                <a:latin typeface="+mn-ea"/>
              </a:rPr>
              <a:t>출력하시오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01A7AC-AF49-43CD-913C-A97B79A57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08" y="1693877"/>
            <a:ext cx="5200650" cy="3352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4148BF-09C3-49F7-BD72-5F468198F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829" y="3865358"/>
            <a:ext cx="479107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함수정리와 데이터에 각종 함수 적용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그룹 함수</a:t>
            </a:r>
            <a:endParaRPr lang="en-US" altLang="ko-KR" sz="1600" b="1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989795-BE23-4DBB-A58D-82328CBE2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62" y="1247711"/>
            <a:ext cx="7867013" cy="532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69</Words>
  <Application>Microsoft Office PowerPoint</Application>
  <PresentationFormat>와이드스크린</PresentationFormat>
  <Paragraphs>27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lee01</cp:lastModifiedBy>
  <cp:revision>1084</cp:revision>
  <dcterms:created xsi:type="dcterms:W3CDTF">2014-12-01T08:37:15Z</dcterms:created>
  <dcterms:modified xsi:type="dcterms:W3CDTF">2020-04-19T13:21:19Z</dcterms:modified>
</cp:coreProperties>
</file>