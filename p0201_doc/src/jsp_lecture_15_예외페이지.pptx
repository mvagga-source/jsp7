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3" r:id="rId2"/>
    <p:sldId id="281" r:id="rId3"/>
    <p:sldId id="282" r:id="rId4"/>
    <p:sldId id="283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15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예외 페이지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15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예외 페이지</a:t>
            </a:r>
            <a:endParaRPr lang="ko-KR" altLang="en-US" sz="24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예외 페이지의 필요성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JAVA</a:t>
            </a:r>
            <a:r>
              <a:rPr lang="ko-KR" altLang="en-US" sz="1100" dirty="0" smtClean="0">
                <a:latin typeface="+mn-ea"/>
              </a:rPr>
              <a:t>언어에서 아마도 예외처리에 대해서 사전 학습을 했을 것 입니다</a:t>
            </a:r>
            <a:r>
              <a:rPr lang="en-US" altLang="ko-KR" sz="1100" dirty="0" smtClean="0">
                <a:latin typeface="+mn-ea"/>
              </a:rPr>
              <a:t>. JSP, Servlet</a:t>
            </a:r>
            <a:r>
              <a:rPr lang="ko-KR" altLang="en-US" sz="1100" dirty="0" smtClean="0">
                <a:latin typeface="+mn-ea"/>
              </a:rPr>
              <a:t>에서도 예외가 발생 할 수 있습니다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예외적인 상황이 발생했을 경우 </a:t>
            </a:r>
            <a:r>
              <a:rPr lang="ko-KR" altLang="en-US" sz="1100" dirty="0" err="1" smtClean="0">
                <a:latin typeface="+mn-ea"/>
              </a:rPr>
              <a:t>웹컨테이너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ko-KR" altLang="en-US" sz="1100" dirty="0" err="1" smtClean="0">
                <a:latin typeface="+mn-ea"/>
              </a:rPr>
              <a:t>톰캣</a:t>
            </a:r>
            <a:r>
              <a:rPr lang="en-US" altLang="ko-KR" sz="1100" dirty="0" smtClean="0">
                <a:latin typeface="+mn-ea"/>
              </a:rPr>
              <a:t>)</a:t>
            </a:r>
            <a:r>
              <a:rPr lang="ko-KR" altLang="en-US" sz="1100" dirty="0" smtClean="0">
                <a:latin typeface="+mn-ea"/>
              </a:rPr>
              <a:t>에서 제공되는 기본적인 예외 페이지가 보여 진다면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사용자로 하여금 뭔가 불쾌한 느낌이 들면서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다시는 해당 사이트에 접속하려 들지 않을 것 입니다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따라서 약간은 다소 딱딱한 에러 페이지를 보다 친근한 느낌이 느껴지는 페이지로 유도 할 수 있습니다</a:t>
            </a:r>
            <a:r>
              <a:rPr lang="en-US" altLang="ko-KR" sz="1100" dirty="0">
                <a:latin typeface="+mn-ea"/>
              </a:rPr>
              <a:t>.</a:t>
            </a:r>
            <a:endParaRPr lang="en-US" altLang="ko-KR" sz="1100" dirty="0" smtClean="0">
              <a:latin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041" y="2063050"/>
            <a:ext cx="4838953" cy="370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54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모서리가 둥근 직사각형 11"/>
          <p:cNvSpPr/>
          <p:nvPr/>
        </p:nvSpPr>
        <p:spPr>
          <a:xfrm>
            <a:off x="6433572" y="1505526"/>
            <a:ext cx="4920228" cy="2807855"/>
          </a:xfrm>
          <a:prstGeom prst="roundRect">
            <a:avLst>
              <a:gd name="adj" fmla="val 64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/>
        </p:nvSpPr>
        <p:spPr>
          <a:xfrm>
            <a:off x="538463" y="1505527"/>
            <a:ext cx="4920228" cy="2807855"/>
          </a:xfrm>
          <a:prstGeom prst="roundRect">
            <a:avLst>
              <a:gd name="adj" fmla="val 64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page</a:t>
            </a:r>
            <a:r>
              <a:rPr lang="ko-KR" altLang="en-US" sz="1600" b="1" dirty="0" err="1" smtClean="0">
                <a:latin typeface="+mn-ea"/>
              </a:rPr>
              <a:t>지시자를</a:t>
            </a:r>
            <a:r>
              <a:rPr lang="ko-KR" altLang="en-US" sz="1600" b="1" dirty="0" smtClean="0">
                <a:latin typeface="+mn-ea"/>
              </a:rPr>
              <a:t> 이용한 예외 처리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53" y="1914813"/>
            <a:ext cx="3952875" cy="5715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708" y="2774228"/>
            <a:ext cx="1666875" cy="84772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6096" y="1838613"/>
            <a:ext cx="3248025" cy="6477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6096" y="2817043"/>
            <a:ext cx="3095625" cy="400050"/>
          </a:xfrm>
          <a:prstGeom prst="rect">
            <a:avLst/>
          </a:prstGeom>
        </p:spPr>
      </p:pic>
      <p:cxnSp>
        <p:nvCxnSpPr>
          <p:cNvPr id="13" name="직선 화살표 연결선 12"/>
          <p:cNvCxnSpPr>
            <a:stCxn id="10" idx="3"/>
            <a:endCxn id="12" idx="1"/>
          </p:cNvCxnSpPr>
          <p:nvPr/>
        </p:nvCxnSpPr>
        <p:spPr>
          <a:xfrm flipV="1">
            <a:off x="5458691" y="2909454"/>
            <a:ext cx="97488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67899" y="4470492"/>
            <a:ext cx="8983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>
                <a:latin typeface="+mn-ea"/>
              </a:rPr>
              <a:t>예외 발생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42575" y="4469110"/>
            <a:ext cx="12550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smtClean="0">
                <a:latin typeface="+mn-ea"/>
              </a:rPr>
              <a:t>예외 페이지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768432" y="4599915"/>
            <a:ext cx="43410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7008" y="1120620"/>
            <a:ext cx="19205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(jsp_15_2_ex1_exceptionex)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3571" y="5017253"/>
            <a:ext cx="50644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 err="1" smtClean="0">
                <a:latin typeface="+mn-ea"/>
              </a:rPr>
              <a:t>isErroPage</a:t>
            </a:r>
            <a:r>
              <a:rPr lang="en-US" altLang="ko-KR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+mn-ea"/>
              </a:rPr>
              <a:t>속성값을 </a:t>
            </a:r>
            <a:r>
              <a:rPr lang="en-US" altLang="ko-KR" sz="1600" dirty="0" smtClean="0">
                <a:latin typeface="+mn-ea"/>
              </a:rPr>
              <a:t>true </a:t>
            </a:r>
            <a:r>
              <a:rPr lang="ko-KR" altLang="en-US" sz="1600" dirty="0" smtClean="0">
                <a:latin typeface="+mn-ea"/>
              </a:rPr>
              <a:t>지정하면 </a:t>
            </a:r>
            <a:endParaRPr lang="en-US" altLang="ko-KR" sz="1600" dirty="0" smtClean="0">
              <a:latin typeface="+mn-ea"/>
            </a:endParaRPr>
          </a:p>
          <a:p>
            <a:r>
              <a:rPr lang="en-US" altLang="ko-KR" sz="1600" dirty="0" smtClean="0">
                <a:latin typeface="+mn-ea"/>
              </a:rPr>
              <a:t>Exception </a:t>
            </a:r>
            <a:r>
              <a:rPr lang="ko-KR" altLang="en-US" sz="1600" dirty="0" smtClean="0">
                <a:latin typeface="+mn-ea"/>
              </a:rPr>
              <a:t>기본 객체를 사용할 수 있음</a:t>
            </a:r>
            <a:r>
              <a:rPr lang="en-US" altLang="ko-KR" sz="1600" dirty="0" smtClean="0">
                <a:latin typeface="+mn-ea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3571" y="5822614"/>
            <a:ext cx="506447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 err="1" smtClean="0">
                <a:latin typeface="+mn-ea"/>
              </a:rPr>
              <a:t>Response.setStatus</a:t>
            </a:r>
            <a:r>
              <a:rPr lang="en-US" altLang="ko-KR" sz="1600" dirty="0" smtClean="0">
                <a:latin typeface="+mn-ea"/>
              </a:rPr>
              <a:t>(200)</a:t>
            </a:r>
            <a:r>
              <a:rPr lang="ko-KR" altLang="en-US" sz="1600" dirty="0" smtClean="0">
                <a:latin typeface="+mn-ea"/>
              </a:rPr>
              <a:t>은 </a:t>
            </a:r>
            <a:r>
              <a:rPr lang="ko-KR" altLang="en-US" sz="1600" dirty="0" err="1" smtClean="0">
                <a:latin typeface="+mn-ea"/>
              </a:rPr>
              <a:t>정상페이지</a:t>
            </a:r>
            <a:r>
              <a:rPr lang="ko-KR" altLang="en-US" sz="1600" dirty="0" smtClean="0">
                <a:latin typeface="+mn-ea"/>
              </a:rPr>
              <a:t> 라는 것임</a:t>
            </a:r>
            <a:r>
              <a:rPr lang="en-US" altLang="ko-KR" sz="1600" dirty="0" smtClean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0539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web.xml</a:t>
            </a:r>
            <a:r>
              <a:rPr lang="ko-KR" altLang="en-US" sz="1600" b="1" dirty="0" smtClean="0">
                <a:latin typeface="+mn-ea"/>
              </a:rPr>
              <a:t>파일을 이용한 예외 처리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7008" y="1120620"/>
            <a:ext cx="19205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jsp_15_3_ex1_exceptionex)</a:t>
            </a:r>
          </a:p>
          <a:p>
            <a:endParaRPr lang="en-US" altLang="ko-KR" sz="1100" dirty="0">
              <a:latin typeface="+mn-ea"/>
            </a:endParaRPr>
          </a:p>
          <a:p>
            <a:r>
              <a:rPr lang="en-US" altLang="ko-KR" sz="1100" dirty="0" smtClean="0">
                <a:latin typeface="+mn-ea"/>
              </a:rPr>
              <a:t>WEB-INF &gt; web.xml</a:t>
            </a:r>
            <a:endParaRPr lang="en-US" altLang="ko-KR" sz="1100" dirty="0" smtClean="0">
              <a:latin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70" y="2037195"/>
            <a:ext cx="3705225" cy="2247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94325" y="2526484"/>
            <a:ext cx="3437792" cy="261610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404</a:t>
            </a:r>
            <a:r>
              <a:rPr lang="ko-KR" altLang="en-US" sz="1100" dirty="0" smtClean="0">
                <a:latin typeface="+mn-ea"/>
              </a:rPr>
              <a:t>에러 발생시 </a:t>
            </a:r>
            <a:r>
              <a:rPr lang="en-US" altLang="ko-KR" sz="1100" dirty="0" smtClean="0">
                <a:latin typeface="+mn-ea"/>
              </a:rPr>
              <a:t>error404.jsp  </a:t>
            </a:r>
            <a:r>
              <a:rPr lang="ko-KR" altLang="en-US" sz="1100" dirty="0" smtClean="0">
                <a:latin typeface="+mn-ea"/>
              </a:rPr>
              <a:t>페이지로 이동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94325" y="3717456"/>
            <a:ext cx="3437792" cy="261610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500</a:t>
            </a:r>
            <a:r>
              <a:rPr lang="ko-KR" altLang="en-US" sz="1100" dirty="0" smtClean="0">
                <a:latin typeface="+mn-ea"/>
              </a:rPr>
              <a:t>에러 발생시 </a:t>
            </a:r>
            <a:r>
              <a:rPr lang="en-US" altLang="ko-KR" sz="1100" dirty="0" smtClean="0">
                <a:latin typeface="+mn-ea"/>
              </a:rPr>
              <a:t>error500.jsp  </a:t>
            </a:r>
            <a:r>
              <a:rPr lang="ko-KR" altLang="en-US" sz="1100" dirty="0" smtClean="0">
                <a:latin typeface="+mn-ea"/>
              </a:rPr>
              <a:t>페이지로 이동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 flipH="1">
            <a:off x="4434349" y="2657289"/>
            <a:ext cx="359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H="1">
            <a:off x="4434349" y="3848261"/>
            <a:ext cx="359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57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3166</TotalTime>
  <Words>139</Words>
  <Application>Microsoft Office PowerPoint</Application>
  <PresentationFormat>와이드스크린</PresentationFormat>
  <Paragraphs>20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KOREAVC Professor</cp:lastModifiedBy>
  <cp:revision>896</cp:revision>
  <dcterms:created xsi:type="dcterms:W3CDTF">2014-12-01T08:37:15Z</dcterms:created>
  <dcterms:modified xsi:type="dcterms:W3CDTF">2023-11-07T04:15:47Z</dcterms:modified>
</cp:coreProperties>
</file>