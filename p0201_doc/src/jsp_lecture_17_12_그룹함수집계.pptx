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95" r:id="rId3"/>
    <p:sldId id="423" r:id="rId4"/>
    <p:sldId id="424" r:id="rId5"/>
    <p:sldId id="359" r:id="rId6"/>
    <p:sldId id="425" r:id="rId7"/>
    <p:sldId id="426" r:id="rId8"/>
    <p:sldId id="427" r:id="rId9"/>
    <p:sldId id="428" r:id="rId10"/>
    <p:sldId id="429" r:id="rId11"/>
    <p:sldId id="430" r:id="rId12"/>
    <p:sldId id="43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그룹함수를 사용한 집계데이터보고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FF0B94-3100-49F5-A7AE-B23189B2B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96" y="2026676"/>
            <a:ext cx="7674222" cy="87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5A08DB-D902-4E0F-A0EA-8945BF39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60" y="1367283"/>
            <a:ext cx="7551337" cy="53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9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합계 구하는 </a:t>
            </a:r>
            <a:r>
              <a:rPr lang="en-US" altLang="ko-KR" sz="1600" b="1" dirty="0">
                <a:latin typeface="+mn-ea"/>
              </a:rPr>
              <a:t>SUM </a:t>
            </a:r>
            <a:r>
              <a:rPr lang="ko-KR" altLang="en-US" sz="1600" b="1" dirty="0">
                <a:latin typeface="+mn-ea"/>
              </a:rPr>
              <a:t>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52CB2C-7BFA-478C-9AD3-1F817615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48" y="1714900"/>
            <a:ext cx="6973728" cy="42127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8E0D45-9F5A-43E9-863D-FE6AF7F79801}"/>
              </a:ext>
            </a:extLst>
          </p:cNvPr>
          <p:cNvSpPr txBox="1"/>
          <p:nvPr/>
        </p:nvSpPr>
        <p:spPr>
          <a:xfrm>
            <a:off x="677008" y="6115263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그룹함수는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NULL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값을 제외하고 계산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16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90B861-246C-465F-833F-1E52056D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1808648"/>
            <a:ext cx="10220587" cy="274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GROUP BY</a:t>
            </a:r>
            <a:r>
              <a:rPr lang="ko-KR" altLang="en-US" sz="1600" b="1" dirty="0">
                <a:latin typeface="+mn-ea"/>
              </a:rPr>
              <a:t>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4C0F31-875B-4A31-919F-10C9A72F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59" y="1735542"/>
            <a:ext cx="8942489" cy="491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1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GROUP BY</a:t>
            </a:r>
            <a:r>
              <a:rPr lang="ko-KR" altLang="en-US" sz="1600" b="1" dirty="0">
                <a:latin typeface="+mn-ea"/>
              </a:rPr>
              <a:t>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50AB16-0955-4188-AEA2-481319B3B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895" y="1698730"/>
            <a:ext cx="8979017" cy="502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9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GROUP BY</a:t>
            </a:r>
            <a:r>
              <a:rPr lang="ko-KR" altLang="en-US" sz="1600" b="1" dirty="0">
                <a:latin typeface="+mn-ea"/>
              </a:rPr>
              <a:t>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E2C066-9306-4949-95E1-B6B2C7D4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09" y="1617660"/>
            <a:ext cx="8517189" cy="51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1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GROUP BY</a:t>
            </a:r>
            <a:r>
              <a:rPr lang="ko-KR" altLang="en-US" sz="1600" b="1" dirty="0">
                <a:latin typeface="+mn-ea"/>
              </a:rPr>
              <a:t>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15592E-CBA0-4CBE-A487-9EBCA933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687" y="1612096"/>
            <a:ext cx="8051919" cy="510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6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GROUP BY</a:t>
            </a:r>
            <a:r>
              <a:rPr lang="ko-KR" altLang="en-US" sz="1600" b="1" dirty="0">
                <a:latin typeface="+mn-ea"/>
              </a:rPr>
              <a:t>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76542E-450D-4FA0-8259-335EC442D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23" y="1699155"/>
            <a:ext cx="7760830" cy="483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32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HAVING</a:t>
            </a:r>
            <a:r>
              <a:rPr lang="ko-KR" altLang="en-US" sz="1600" b="1" dirty="0">
                <a:latin typeface="+mn-ea"/>
              </a:rPr>
              <a:t> 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AC5FB2-D0F7-4D2D-A850-0BAA95D9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15" y="1367283"/>
            <a:ext cx="8738014" cy="532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3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함수를 사용한 집계 데이터 보고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HAVING</a:t>
            </a:r>
            <a:r>
              <a:rPr lang="ko-KR" altLang="en-US" sz="1600" b="1" dirty="0">
                <a:latin typeface="+mn-ea"/>
              </a:rPr>
              <a:t> 절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EB25C2-D774-445D-BEB5-30EB5204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06" y="1249103"/>
            <a:ext cx="8147896" cy="547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0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3823</TotalTime>
  <Words>113</Words>
  <Application>Microsoft Office PowerPoint</Application>
  <PresentationFormat>와이드스크린</PresentationFormat>
  <Paragraphs>35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1087</cp:revision>
  <dcterms:created xsi:type="dcterms:W3CDTF">2014-12-01T08:37:15Z</dcterms:created>
  <dcterms:modified xsi:type="dcterms:W3CDTF">2020-04-19T13:47:59Z</dcterms:modified>
</cp:coreProperties>
</file>