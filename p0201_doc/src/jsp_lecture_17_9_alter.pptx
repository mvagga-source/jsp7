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3" r:id="rId2"/>
    <p:sldId id="295" r:id="rId3"/>
    <p:sldId id="397" r:id="rId4"/>
    <p:sldId id="398" r:id="rId5"/>
    <p:sldId id="399" r:id="rId6"/>
    <p:sldId id="400" r:id="rId7"/>
    <p:sldId id="401" r:id="rId8"/>
    <p:sldId id="402" r:id="rId9"/>
    <p:sldId id="403" r:id="rId10"/>
    <p:sldId id="404" r:id="rId11"/>
    <p:sldId id="405" r:id="rId12"/>
    <p:sldId id="406" r:id="rId13"/>
    <p:sldId id="407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A1ADC-3FB7-40DA-B2DE-355D9B030C78}" type="datetimeFigureOut">
              <a:rPr lang="ko-KR" altLang="en-US" smtClean="0"/>
              <a:t>2020-04-15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E344A0-AA20-403B-B262-2ACEA066A2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920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E9EB-5882-4F14-9D7A-E43319FAAE5D}" type="datetime1">
              <a:rPr lang="ko-KR" altLang="en-US" smtClean="0"/>
              <a:t>2020-04-15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64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9BB34-6711-40F2-9C7B-47A61743D4AD}" type="datetime1">
              <a:rPr lang="ko-KR" altLang="en-US" smtClean="0"/>
              <a:t>2020-04-15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079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0FF5-5FAF-43AE-9E0C-CC3EA1B81862}" type="datetime1">
              <a:rPr lang="ko-KR" altLang="en-US" smtClean="0"/>
              <a:t>2020-04-15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311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AB40-AB99-4455-AC5A-01B404C2C00C}" type="datetime1">
              <a:rPr lang="ko-KR" altLang="en-US" smtClean="0"/>
              <a:t>2020-04-15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80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0ECE-794B-4B99-8E02-3BB1152032F2}" type="datetime1">
              <a:rPr lang="ko-KR" altLang="en-US" smtClean="0"/>
              <a:t>2020-04-15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113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5503B-EE7A-4049-8A0E-70C0A8C6708E}" type="datetime1">
              <a:rPr lang="ko-KR" altLang="en-US" smtClean="0"/>
              <a:t>2020-04-15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047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CB6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-1" y="0"/>
            <a:ext cx="12192001" cy="638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4" y="0"/>
            <a:ext cx="1307976" cy="54771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46950">
            <a:off x="912862" y="1501027"/>
            <a:ext cx="906179" cy="86409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1431126" y="3918880"/>
            <a:ext cx="1831067" cy="174603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5372299" y="2151620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9650526" y="745965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46778">
            <a:off x="5290847" y="-173034"/>
            <a:ext cx="7554916" cy="7204068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2171257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G:\이재훈책임님\티스타즈PPT_2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86" t="22046" r="10485" b="9758"/>
          <a:stretch/>
        </p:blipFill>
        <p:spPr bwMode="auto">
          <a:xfrm>
            <a:off x="6395633" y="1301858"/>
            <a:ext cx="5796367" cy="555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 userDrawn="1"/>
        </p:nvSpPr>
        <p:spPr>
          <a:xfrm>
            <a:off x="7950926" y="176272"/>
            <a:ext cx="3629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17</a:t>
            </a:r>
            <a:r>
              <a:rPr lang="ko-KR" altLang="en-US" sz="160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강</a:t>
            </a:r>
            <a:r>
              <a:rPr lang="en-US" altLang="ko-KR" sz="160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  <a:r>
              <a:rPr lang="en-US" altLang="ko-KR" sz="1600" kern="1200" baseline="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 </a:t>
            </a:r>
            <a:r>
              <a:rPr lang="ko-KR" altLang="en-US" sz="1600" kern="1200" baseline="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데이터 베이스</a:t>
            </a:r>
            <a:r>
              <a:rPr lang="en-US" altLang="ko-KR" sz="1600" kern="1200" baseline="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-I</a:t>
            </a:r>
            <a:endParaRPr lang="ko-KR" altLang="en-US" sz="1600" dirty="0">
              <a:latin typeface="+mj-ea"/>
              <a:ea typeface="+mj-ea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6"/>
            <a:ext cx="1307976" cy="547715"/>
          </a:xfrm>
          <a:prstGeom prst="rect">
            <a:avLst/>
          </a:prstGeom>
        </p:spPr>
      </p:pic>
      <p:sp>
        <p:nvSpPr>
          <p:cNvPr id="9" name="이등변 삼각형 8"/>
          <p:cNvSpPr/>
          <p:nvPr userDrawn="1"/>
        </p:nvSpPr>
        <p:spPr>
          <a:xfrm rot="16200000">
            <a:off x="11611880" y="-31439"/>
            <a:ext cx="548681" cy="611559"/>
          </a:xfrm>
          <a:prstGeom prst="triangle">
            <a:avLst>
              <a:gd name="adj" fmla="val 10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9E6BA691-BC9B-4A68-9744-1B809170C141}" type="datetime1">
              <a:rPr lang="ko-KR" altLang="en-US" smtClean="0"/>
              <a:t>2020-04-15</a:t>
            </a:fld>
            <a:endParaRPr lang="ko-KR" altLang="en-US"/>
          </a:p>
        </p:txBody>
      </p:sp>
      <p:sp>
        <p:nvSpPr>
          <p:cNvPr id="12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3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270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D5985-9155-4A4F-A545-EFF2E5BDFE10}" type="datetime1">
              <a:rPr lang="ko-KR" altLang="en-US" smtClean="0"/>
              <a:t>2020-04-15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255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E5BE4-290A-4A67-9142-8569AAC90C2F}" type="datetime1">
              <a:rPr lang="ko-KR" altLang="en-US" smtClean="0"/>
              <a:t>2020-04-15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531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7AA9-974F-41EE-AA93-9A7D5FC26AF0}" type="datetime1">
              <a:rPr lang="ko-KR" altLang="en-US" smtClean="0"/>
              <a:t>2020-04-15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954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778F7-13A7-47A7-A538-4854C83EAB76}" type="datetime1">
              <a:rPr lang="ko-KR" altLang="en-US" smtClean="0"/>
              <a:t>2020-04-15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674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78468-8E36-4528-8629-5ECE6BEC95B9}" type="datetime1">
              <a:rPr lang="ko-KR" altLang="en-US" smtClean="0"/>
              <a:t>2020-04-15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10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2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9708" y="3500063"/>
            <a:ext cx="4444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spc="-150" dirty="0">
                <a:solidFill>
                  <a:srgbClr val="0070C0"/>
                </a:solidFill>
                <a:latin typeface="+mj-ea"/>
                <a:ea typeface="+mj-ea"/>
              </a:rPr>
              <a:t>오라클 명령어 </a:t>
            </a:r>
            <a:r>
              <a:rPr lang="en-US" altLang="ko-KR" sz="2000" spc="-150" dirty="0">
                <a:solidFill>
                  <a:srgbClr val="0070C0"/>
                </a:solidFill>
                <a:latin typeface="+mj-ea"/>
                <a:ea typeface="+mj-ea"/>
              </a:rPr>
              <a:t>- 2</a:t>
            </a:r>
            <a:endParaRPr lang="ko-KR" altLang="en-US" sz="2000" spc="-15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49D222-F09B-40F8-B18F-B1FFDA977FAF}"/>
              </a:ext>
            </a:extLst>
          </p:cNvPr>
          <p:cNvSpPr txBox="1"/>
          <p:nvPr/>
        </p:nvSpPr>
        <p:spPr>
          <a:xfrm>
            <a:off x="7109012" y="3900173"/>
            <a:ext cx="41954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ALTER TABLE</a:t>
            </a:r>
          </a:p>
          <a:p>
            <a:pPr marL="171450" indent="-171450">
              <a:buFontTx/>
              <a:buChar char="-"/>
            </a:pP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80857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  <a:ea typeface="+mn-ea"/>
              </a:rPr>
              <a:t>테이블 변경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2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목차</a:t>
            </a:r>
            <a:endParaRPr lang="en-US" altLang="ko-KR" sz="1600" b="1" dirty="0">
              <a:latin typeface="+mn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4FA5D3C-7CA2-4693-B6F7-849BE05DF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859" y="1536560"/>
            <a:ext cx="8469341" cy="456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775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  <a:ea typeface="+mn-ea"/>
              </a:rPr>
              <a:t>테이블 변경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3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ALTER TABLE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27787CF-C89A-4AC3-98E7-BCBBD2EB9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688" y="1617660"/>
            <a:ext cx="9085277" cy="467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262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  <a:ea typeface="+mn-ea"/>
              </a:rPr>
              <a:t>테이블 변경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4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ALTER TABLE ADD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F9DD433-0B6B-4AA4-BB5C-37CA3CF3A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959" y="1590520"/>
            <a:ext cx="9298628" cy="486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827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  <a:ea typeface="+mn-ea"/>
              </a:rPr>
              <a:t>실습</a:t>
            </a:r>
            <a:r>
              <a:rPr lang="en-US" altLang="ko-KR" sz="1600" b="1" dirty="0">
                <a:latin typeface="+mn-ea"/>
                <a:ea typeface="+mn-ea"/>
              </a:rPr>
              <a:t>.</a:t>
            </a:r>
            <a:endParaRPr lang="ko-KR" altLang="en-US" sz="1600" b="1" dirty="0">
              <a:latin typeface="+mn-ea"/>
              <a:ea typeface="+mn-ea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아래와 같이 </a:t>
            </a:r>
            <a:r>
              <a:rPr lang="ko-KR" altLang="en-US" sz="1600" b="1" dirty="0" err="1">
                <a:latin typeface="+mn-ea"/>
              </a:rPr>
              <a:t>출력하시오</a:t>
            </a:r>
            <a:r>
              <a:rPr lang="en-US" altLang="ko-KR" sz="1600" b="1" dirty="0">
                <a:latin typeface="+mn-ea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1D45EB1-74E7-44BB-8179-D3A34EFF8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068" y="2244692"/>
            <a:ext cx="9815119" cy="2287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877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  <a:ea typeface="+mn-ea"/>
              </a:rPr>
              <a:t>테이블 변경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6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ALTER TABLE MODIFY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DE197D6-D3BF-42C9-B2EE-3DC1CC841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461" y="1857392"/>
            <a:ext cx="9420836" cy="3468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319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  <a:ea typeface="+mn-ea"/>
              </a:rPr>
              <a:t>실습</a:t>
            </a:r>
            <a:r>
              <a:rPr lang="en-US" altLang="ko-KR" sz="1600" b="1" dirty="0">
                <a:latin typeface="+mn-ea"/>
                <a:ea typeface="+mn-ea"/>
              </a:rPr>
              <a:t>.</a:t>
            </a:r>
            <a:endParaRPr lang="ko-KR" altLang="en-US" sz="1600" b="1" dirty="0">
              <a:latin typeface="+mn-ea"/>
              <a:ea typeface="+mn-ea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아래와 같이 </a:t>
            </a:r>
            <a:r>
              <a:rPr lang="ko-KR" altLang="en-US" sz="1600" b="1" dirty="0" err="1">
                <a:latin typeface="+mn-ea"/>
              </a:rPr>
              <a:t>출력하시오</a:t>
            </a:r>
            <a:r>
              <a:rPr lang="en-US" altLang="ko-KR" sz="1600" b="1" dirty="0">
                <a:latin typeface="+mn-ea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35067C1-AE8C-4C7F-B5DA-D0EDDA886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512" y="2126213"/>
            <a:ext cx="9890620" cy="251938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5568477-7A19-4C6B-9482-C87C1BB06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7107" y="5943582"/>
            <a:ext cx="6437677" cy="308425"/>
          </a:xfrm>
          <a:prstGeom prst="rect">
            <a:avLst/>
          </a:prstGeo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71296EFD-2B45-460A-B53A-1A19B3F419AE}"/>
              </a:ext>
            </a:extLst>
          </p:cNvPr>
          <p:cNvSpPr/>
          <p:nvPr/>
        </p:nvSpPr>
        <p:spPr>
          <a:xfrm>
            <a:off x="8036653" y="5754848"/>
            <a:ext cx="1057013" cy="7046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947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  <a:ea typeface="+mn-ea"/>
              </a:rPr>
              <a:t>테이블 변경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8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기존 칼럼 삭제</a:t>
            </a:r>
            <a:endParaRPr lang="en-US" altLang="ko-KR" sz="1600" b="1" dirty="0"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3C89887-D461-488C-821E-31BAC60D2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679" y="1872787"/>
            <a:ext cx="9571839" cy="3425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796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  <a:ea typeface="+mn-ea"/>
              </a:rPr>
              <a:t>실습</a:t>
            </a:r>
            <a:r>
              <a:rPr lang="en-US" altLang="ko-KR" sz="1600" b="1" dirty="0">
                <a:latin typeface="+mn-ea"/>
                <a:ea typeface="+mn-ea"/>
              </a:rPr>
              <a:t>.</a:t>
            </a:r>
            <a:endParaRPr lang="ko-KR" altLang="en-US" sz="1600" b="1" dirty="0">
              <a:latin typeface="+mn-ea"/>
              <a:ea typeface="+mn-ea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아래와 같이 </a:t>
            </a:r>
            <a:r>
              <a:rPr lang="ko-KR" altLang="en-US" sz="1600" b="1" dirty="0" err="1">
                <a:latin typeface="+mn-ea"/>
              </a:rPr>
              <a:t>출력하시오</a:t>
            </a:r>
            <a:r>
              <a:rPr lang="en-US" altLang="ko-KR" sz="1600" b="1" dirty="0">
                <a:latin typeface="+mn-ea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BF76D50-1516-4A68-AA80-04B5D754C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288" y="1872304"/>
            <a:ext cx="9847539" cy="249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088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  <a:ea typeface="+mn-ea"/>
              </a:rPr>
              <a:t>테이블 변경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10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SET</a:t>
            </a:r>
            <a:r>
              <a:rPr lang="ko-KR" altLang="en-US" sz="1600" b="1" dirty="0">
                <a:latin typeface="+mn-ea"/>
              </a:rPr>
              <a:t> </a:t>
            </a:r>
            <a:r>
              <a:rPr lang="en-US" altLang="ko-KR" sz="1600" b="1" dirty="0">
                <a:latin typeface="+mn-ea"/>
              </a:rPr>
              <a:t>UNUSED</a:t>
            </a:r>
            <a:r>
              <a:rPr lang="ko-KR" altLang="en-US" sz="1600" b="1" dirty="0">
                <a:latin typeface="+mn-ea"/>
              </a:rPr>
              <a:t> </a:t>
            </a:r>
            <a:r>
              <a:rPr lang="en-US" altLang="ko-KR" sz="1600" b="1" dirty="0">
                <a:latin typeface="+mn-ea"/>
              </a:rPr>
              <a:t>–</a:t>
            </a:r>
            <a:r>
              <a:rPr lang="ko-KR" altLang="en-US" sz="1600" b="1" dirty="0">
                <a:latin typeface="+mn-ea"/>
              </a:rPr>
              <a:t> 일시적 사용 제한</a:t>
            </a:r>
            <a:endParaRPr lang="en-US" altLang="ko-KR" sz="1600" b="1" dirty="0">
              <a:latin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FBE4B22-CDAD-443F-ABF4-7FD2FE612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523" y="1617660"/>
            <a:ext cx="7833180" cy="507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483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  <a:ea typeface="+mn-ea"/>
              </a:rPr>
              <a:t>테이블 변경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11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SET</a:t>
            </a:r>
            <a:r>
              <a:rPr lang="ko-KR" altLang="en-US" sz="1600" b="1" dirty="0">
                <a:latin typeface="+mn-ea"/>
              </a:rPr>
              <a:t> </a:t>
            </a:r>
            <a:r>
              <a:rPr lang="en-US" altLang="ko-KR" sz="1600" b="1" dirty="0">
                <a:latin typeface="+mn-ea"/>
              </a:rPr>
              <a:t>UNUSED</a:t>
            </a:r>
            <a:r>
              <a:rPr lang="ko-KR" altLang="en-US" sz="1600" b="1" dirty="0">
                <a:latin typeface="+mn-ea"/>
              </a:rPr>
              <a:t> </a:t>
            </a:r>
            <a:r>
              <a:rPr lang="en-US" altLang="ko-KR" sz="1600" b="1" dirty="0">
                <a:latin typeface="+mn-ea"/>
              </a:rPr>
              <a:t>–</a:t>
            </a:r>
            <a:r>
              <a:rPr lang="ko-KR" altLang="en-US" sz="1600" b="1" dirty="0">
                <a:latin typeface="+mn-ea"/>
              </a:rPr>
              <a:t> 일시적 사용 제한</a:t>
            </a:r>
            <a:endParaRPr lang="en-US" altLang="ko-KR" sz="1600" b="1" dirty="0"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2F2E074-B656-405A-9EA4-B8A71A810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682" y="1745707"/>
            <a:ext cx="9220899" cy="4736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874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  <a:ea typeface="+mn-ea"/>
              </a:rPr>
              <a:t>테이블 삭제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12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DROP TABLE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7F09171-B7EA-43DC-A270-16A055570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244" y="1807257"/>
            <a:ext cx="8028045" cy="20939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A4959B-A5B8-46A8-88FC-FC864A593BDD}"/>
              </a:ext>
            </a:extLst>
          </p:cNvPr>
          <p:cNvSpPr txBox="1"/>
          <p:nvPr/>
        </p:nvSpPr>
        <p:spPr>
          <a:xfrm>
            <a:off x="2279305" y="3901244"/>
            <a:ext cx="56231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DROP TABLE MEMBER2;</a:t>
            </a:r>
          </a:p>
        </p:txBody>
      </p:sp>
    </p:spTree>
    <p:extLst>
      <p:ext uri="{BB962C8B-B14F-4D97-AF65-F5344CB8AC3E}">
        <p14:creationId xmlns:p14="http://schemas.microsoft.com/office/powerpoint/2010/main" val="3966272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  <a:ea typeface="+mn-ea"/>
              </a:rPr>
              <a:t>테이블 </a:t>
            </a:r>
            <a:r>
              <a:rPr lang="ko-KR" altLang="en-US" sz="1600" b="1" dirty="0">
                <a:latin typeface="+mn-ea"/>
              </a:rPr>
              <a:t>명 변경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13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RENAME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466E35E-B3C0-4910-84BE-2BF4913D5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056" y="1813667"/>
            <a:ext cx="7995887" cy="4542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315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3821</TotalTime>
  <Words>83</Words>
  <Application>Microsoft Office PowerPoint</Application>
  <PresentationFormat>와이드스크린</PresentationFormat>
  <Paragraphs>36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ho</dc:creator>
  <cp:lastModifiedBy>lee01</cp:lastModifiedBy>
  <cp:revision>1084</cp:revision>
  <dcterms:created xsi:type="dcterms:W3CDTF">2014-12-01T08:37:15Z</dcterms:created>
  <dcterms:modified xsi:type="dcterms:W3CDTF">2020-04-15T14:05:00Z</dcterms:modified>
</cp:coreProperties>
</file>